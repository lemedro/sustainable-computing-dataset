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2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notesSlides/notesSlide3.xml" ContentType="application/vnd.openxmlformats-officedocument.presentationml.notesSlide+xml"/>
  <Override PartName="/ppt/ink/ink5.xml" ContentType="application/inkml+xml"/>
  <Override PartName="/ppt/ink/ink6.xml" ContentType="application/inkml+xml"/>
  <Override PartName="/ppt/notesSlides/notesSlide4.xml" ContentType="application/vnd.openxmlformats-officedocument.presentationml.notesSlide+xml"/>
  <Override PartName="/ppt/ink/ink7.xml" ContentType="application/inkml+xml"/>
  <Override PartName="/ppt/ink/ink8.xml" ContentType="application/inkml+xml"/>
  <Override PartName="/ppt/notesSlides/notesSlide5.xml" ContentType="application/vnd.openxmlformats-officedocument.presentationml.notesSlide+xml"/>
  <Override PartName="/ppt/ink/ink9.xml" ContentType="application/inkml+xml"/>
  <Override PartName="/ppt/ink/ink10.xml" ContentType="application/inkml+xml"/>
  <Override PartName="/ppt/notesSlides/notesSlide6.xml" ContentType="application/vnd.openxmlformats-officedocument.presentationml.notesSlide+xml"/>
  <Override PartName="/ppt/ink/ink11.xml" ContentType="application/inkml+xml"/>
  <Override PartName="/ppt/ink/ink12.xml" ContentType="application/inkml+xml"/>
  <Override PartName="/ppt/notesSlides/notesSlide7.xml" ContentType="application/vnd.openxmlformats-officedocument.presentationml.notesSlide+xml"/>
  <Override PartName="/ppt/ink/ink13.xml" ContentType="application/inkml+xml"/>
  <Override PartName="/ppt/ink/ink14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4"/>
  </p:sldMasterIdLst>
  <p:notesMasterIdLst>
    <p:notesMasterId r:id="rId14"/>
  </p:notesMasterIdLst>
  <p:sldIdLst>
    <p:sldId id="288" r:id="rId5"/>
    <p:sldId id="269" r:id="rId6"/>
    <p:sldId id="294" r:id="rId7"/>
    <p:sldId id="295" r:id="rId8"/>
    <p:sldId id="296" r:id="rId9"/>
    <p:sldId id="297" r:id="rId10"/>
    <p:sldId id="298" r:id="rId11"/>
    <p:sldId id="299" r:id="rId12"/>
    <p:sldId id="293" r:id="rId13"/>
  </p:sldIdLst>
  <p:sldSz cx="12192000" cy="6858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1pPr>
    <a:lvl2pPr marL="0" marR="0" indent="457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2pPr>
    <a:lvl3pPr marL="0" marR="0" indent="914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3pPr>
    <a:lvl4pPr marL="0" marR="0" indent="1371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4pPr>
    <a:lvl5pPr marL="0" marR="0" indent="18288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5pPr>
    <a:lvl6pPr marL="0" marR="0" indent="22860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6pPr>
    <a:lvl7pPr marL="0" marR="0" indent="27432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7pPr>
    <a:lvl8pPr marL="0" marR="0" indent="32004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8pPr>
    <a:lvl9pPr marL="0" marR="0" indent="3657600" algn="l" defTabSz="914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FEFFFE"/>
        </a:solidFill>
        <a:effectLst/>
        <a:uFillTx/>
        <a:latin typeface="+mj-lt"/>
        <a:ea typeface="+mj-ea"/>
        <a:cs typeface="+mj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D69DF855-2044-4378-D382-97019082214F}" name="Eda nur Saruhan" initials="" userId="S::eda.nur.saruhan@undp.org::c5d9941d-5539-4cc6-837d-40b768a4e45a" providerId="AD"/>
  <p188:author id="{5773C6ED-D5C0-6998-8565-4039F0794B89}" name="carlosnieto_r@hotmail.com" initials="ca" userId="S::urn:spo:guest#carlosnieto_r@hotmail.com::" providerId="AD"/>
  <p188:author id="{AD2977F2-1110-00CA-B921-CFBBF1E22859}" name="Ipek Beril Benli" initials="IB" userId="S::ipek.beril.benli@undp.org::8f9c5f4b-b22c-49ff-bdd5-d07e2760743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F7E44"/>
    <a:srgbClr val="CF8D2A"/>
    <a:srgbClr val="F36D25"/>
    <a:srgbClr val="FCC30B"/>
    <a:srgbClr val="FC2A49"/>
    <a:srgbClr val="4618DE"/>
    <a:srgbClr val="6E1E90"/>
    <a:srgbClr val="F04A23"/>
    <a:srgbClr val="EE482C"/>
    <a:srgbClr val="4617D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50D9A46-20DF-48B3-A542-164CA64A4D0A}" v="8" dt="2024-06-24T07:15:45.402"/>
  </p1510:revLst>
</p1510:revInfo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EBCC"/>
          </a:solidFill>
        </a:fill>
      </a:tcStyle>
    </a:wholeTbl>
    <a:band2H>
      <a:tcTxStyle/>
      <a:tcStyle>
        <a:tcBdr/>
        <a:fill>
          <a:solidFill>
            <a:srgbClr val="FFF5E7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solidFill>
            <a:schemeClr val="accent5">
              <a:alpha val="20000"/>
            </a:schemeClr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50800" cap="flat">
              <a:solidFill>
                <a:schemeClr val="accent5"/>
              </a:solidFill>
              <a:prstDash val="solid"/>
              <a:round/>
            </a:ln>
          </a:top>
          <a:bottom>
            <a:ln w="127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chemeClr val="accent5"/>
              </a:solidFill>
              <a:prstDash val="solid"/>
              <a:round/>
            </a:ln>
          </a:left>
          <a:right>
            <a:ln w="12700" cap="flat">
              <a:solidFill>
                <a:schemeClr val="accent5"/>
              </a:solidFill>
              <a:prstDash val="solid"/>
              <a:round/>
            </a:ln>
          </a:right>
          <a:top>
            <a:ln w="12700" cap="flat">
              <a:solidFill>
                <a:schemeClr val="accent5"/>
              </a:solidFill>
              <a:prstDash val="solid"/>
              <a:round/>
            </a:ln>
          </a:top>
          <a:bottom>
            <a:ln w="25400" cap="flat">
              <a:solidFill>
                <a:schemeClr val="accent5"/>
              </a:solidFill>
              <a:prstDash val="solid"/>
              <a:round/>
            </a:ln>
          </a:bottom>
          <a:insideH>
            <a:ln w="12700" cap="flat">
              <a:solidFill>
                <a:schemeClr val="accent5"/>
              </a:solidFill>
              <a:prstDash val="solid"/>
              <a:round/>
            </a:ln>
          </a:insideH>
          <a:insideV>
            <a:ln w="12700" cap="flat">
              <a:solidFill>
                <a:schemeClr val="accent5"/>
              </a:solidFill>
              <a:prstDash val="solid"/>
              <a:round/>
            </a:ln>
          </a:insideV>
        </a:tcBdr>
        <a:fill>
          <a:noFill/>
        </a:fill>
      </a:tcStyle>
    </a:firstRow>
  </a:tblStyle>
  <a:tblStyle styleId="{EEE7283C-3CF3-47DC-8721-378D4A62B228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1D4E2"/>
          </a:solidFill>
        </a:fill>
      </a:tcStyle>
    </a:wholeTbl>
    <a:band2H>
      <a:tcTxStyle/>
      <a:tcStyle>
        <a:tcBdr/>
        <a:fill>
          <a:solidFill>
            <a:srgbClr val="E9EBF1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CF821DB8-F4EB-4A41-A1BA-3FCAFE7338EE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33BA23B1-9221-436E-865A-0063620EA4FD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ajor">
          <a:srgbClr val="FEFFFE"/>
        </a:fontRef>
        <a:srgbClr val="FEFFFE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FEFFFE"/>
              </a:solidFill>
              <a:prstDash val="solid"/>
              <a:round/>
            </a:ln>
          </a:top>
          <a:bottom>
            <a:ln w="25400" cap="flat">
              <a:solidFill>
                <a:srgbClr val="FEFFFE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2708684C-4D16-4618-839F-0558EEFCDFE6}" styleName="">
    <a:tblBg/>
    <a:wholeTbl>
      <a:tcTxStyle b="off" i="off">
        <a:fontRef idx="major">
          <a:srgbClr val="FEFFFE"/>
        </a:fontRef>
        <a:srgbClr val="FEFFFE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FFFFF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Col>
    <a:la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lastRow>
    <a:firstRow>
      <a:tcTxStyle b="on" i="off">
        <a:fontRef idx="maj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FEFFFE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61" d="100"/>
          <a:sy n="61" d="100"/>
        </p:scale>
        <p:origin x="860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20" Type="http://schemas.microsoft.com/office/2015/10/relationships/revisionInfo" Target="revisionInfo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microsoft.com/office/2016/11/relationships/changesInfo" Target="changesInfos/changesInfo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nieto_r@hotmail.com" userId="S::urn:spo:guest#carlosnieto_r@hotmail.com::" providerId="AD" clId="Web-{F53A8B4D-EAD8-2A0D-F33B-B7B36ABB47B1}"/>
    <pc:docChg chg="addSld modSld">
      <pc:chgData name="carlosnieto_r@hotmail.com" userId="S::urn:spo:guest#carlosnieto_r@hotmail.com::" providerId="AD" clId="Web-{F53A8B4D-EAD8-2A0D-F33B-B7B36ABB47B1}" dt="2024-03-18T22:39:05.388" v="289" actId="1076"/>
      <pc:docMkLst>
        <pc:docMk/>
      </pc:docMkLst>
      <pc:sldChg chg="modSp">
        <pc:chgData name="carlosnieto_r@hotmail.com" userId="S::urn:spo:guest#carlosnieto_r@hotmail.com::" providerId="AD" clId="Web-{F53A8B4D-EAD8-2A0D-F33B-B7B36ABB47B1}" dt="2024-03-18T22:39:05.388" v="289" actId="1076"/>
        <pc:sldMkLst>
          <pc:docMk/>
          <pc:sldMk cId="0" sldId="259"/>
        </pc:sldMkLst>
        <pc:spChg chg="mod">
          <ac:chgData name="carlosnieto_r@hotmail.com" userId="S::urn:spo:guest#carlosnieto_r@hotmail.com::" providerId="AD" clId="Web-{F53A8B4D-EAD8-2A0D-F33B-B7B36ABB47B1}" dt="2024-03-18T22:27:48.032" v="281" actId="20577"/>
          <ac:spMkLst>
            <pc:docMk/>
            <pc:sldMk cId="0" sldId="259"/>
            <ac:spMk id="506" creationId="{00000000-0000-0000-0000-000000000000}"/>
          </ac:spMkLst>
        </pc:spChg>
        <pc:spChg chg="mod">
          <ac:chgData name="carlosnieto_r@hotmail.com" userId="S::urn:spo:guest#carlosnieto_r@hotmail.com::" providerId="AD" clId="Web-{F53A8B4D-EAD8-2A0D-F33B-B7B36ABB47B1}" dt="2024-03-18T22:28:08.143" v="288" actId="20577"/>
          <ac:spMkLst>
            <pc:docMk/>
            <pc:sldMk cId="0" sldId="259"/>
            <ac:spMk id="507" creationId="{00000000-0000-0000-0000-000000000000}"/>
          </ac:spMkLst>
        </pc:spChg>
        <pc:picChg chg="mod">
          <ac:chgData name="carlosnieto_r@hotmail.com" userId="S::urn:spo:guest#carlosnieto_r@hotmail.com::" providerId="AD" clId="Web-{F53A8B4D-EAD8-2A0D-F33B-B7B36ABB47B1}" dt="2024-03-18T22:39:05.388" v="289" actId="1076"/>
          <ac:picMkLst>
            <pc:docMk/>
            <pc:sldMk cId="0" sldId="259"/>
            <ac:picMk id="3" creationId="{1B1C7B2C-ED9C-D5AE-DCFE-246E262EE449}"/>
          </ac:picMkLst>
        </pc:picChg>
      </pc:sldChg>
      <pc:sldChg chg="modSp">
        <pc:chgData name="carlosnieto_r@hotmail.com" userId="S::urn:spo:guest#carlosnieto_r@hotmail.com::" providerId="AD" clId="Web-{F53A8B4D-EAD8-2A0D-F33B-B7B36ABB47B1}" dt="2024-03-18T19:35:34.110" v="0" actId="14100"/>
        <pc:sldMkLst>
          <pc:docMk/>
          <pc:sldMk cId="2496000186" sldId="278"/>
        </pc:sldMkLst>
        <pc:spChg chg="mod">
          <ac:chgData name="carlosnieto_r@hotmail.com" userId="S::urn:spo:guest#carlosnieto_r@hotmail.com::" providerId="AD" clId="Web-{F53A8B4D-EAD8-2A0D-F33B-B7B36ABB47B1}" dt="2024-03-18T19:35:34.110" v="0" actId="14100"/>
          <ac:spMkLst>
            <pc:docMk/>
            <pc:sldMk cId="2496000186" sldId="278"/>
            <ac:spMk id="3" creationId="{003444FC-51D7-B572-A68F-6B96711B8186}"/>
          </ac:spMkLst>
        </pc:spChg>
      </pc:sldChg>
      <pc:sldChg chg="modSp">
        <pc:chgData name="carlosnieto_r@hotmail.com" userId="S::urn:spo:guest#carlosnieto_r@hotmail.com::" providerId="AD" clId="Web-{F53A8B4D-EAD8-2A0D-F33B-B7B36ABB47B1}" dt="2024-03-18T22:27:42.032" v="279" actId="20577"/>
        <pc:sldMkLst>
          <pc:docMk/>
          <pc:sldMk cId="950368928" sldId="279"/>
        </pc:sldMkLst>
        <pc:spChg chg="mod">
          <ac:chgData name="carlosnieto_r@hotmail.com" userId="S::urn:spo:guest#carlosnieto_r@hotmail.com::" providerId="AD" clId="Web-{F53A8B4D-EAD8-2A0D-F33B-B7B36ABB47B1}" dt="2024-03-18T22:27:42.032" v="279" actId="20577"/>
          <ac:spMkLst>
            <pc:docMk/>
            <pc:sldMk cId="950368928" sldId="279"/>
            <ac:spMk id="506" creationId="{00000000-0000-0000-0000-000000000000}"/>
          </ac:spMkLst>
        </pc:spChg>
        <pc:spChg chg="mod">
          <ac:chgData name="carlosnieto_r@hotmail.com" userId="S::urn:spo:guest#carlosnieto_r@hotmail.com::" providerId="AD" clId="Web-{F53A8B4D-EAD8-2A0D-F33B-B7B36ABB47B1}" dt="2024-03-18T22:27:36.313" v="277" actId="20577"/>
          <ac:spMkLst>
            <pc:docMk/>
            <pc:sldMk cId="950368928" sldId="279"/>
            <ac:spMk id="507" creationId="{00000000-0000-0000-0000-000000000000}"/>
          </ac:spMkLst>
        </pc:spChg>
      </pc:sldChg>
      <pc:sldChg chg="addSp delSp modSp add replId">
        <pc:chgData name="carlosnieto_r@hotmail.com" userId="S::urn:spo:guest#carlosnieto_r@hotmail.com::" providerId="AD" clId="Web-{F53A8B4D-EAD8-2A0D-F33B-B7B36ABB47B1}" dt="2024-03-18T19:57:00.631" v="275" actId="1076"/>
        <pc:sldMkLst>
          <pc:docMk/>
          <pc:sldMk cId="120320344" sldId="280"/>
        </pc:sldMkLst>
        <pc:spChg chg="del">
          <ac:chgData name="carlosnieto_r@hotmail.com" userId="S::urn:spo:guest#carlosnieto_r@hotmail.com::" providerId="AD" clId="Web-{F53A8B4D-EAD8-2A0D-F33B-B7B36ABB47B1}" dt="2024-03-18T19:55:26.411" v="247"/>
          <ac:spMkLst>
            <pc:docMk/>
            <pc:sldMk cId="120320344" sldId="280"/>
            <ac:spMk id="2" creationId="{E8675B7B-8ADE-7024-6D9D-D40452FA7DBF}"/>
          </ac:spMkLst>
        </pc:spChg>
        <pc:spChg chg="mod topLvl">
          <ac:chgData name="carlosnieto_r@hotmail.com" userId="S::urn:spo:guest#carlosnieto_r@hotmail.com::" providerId="AD" clId="Web-{F53A8B4D-EAD8-2A0D-F33B-B7B36ABB47B1}" dt="2024-03-18T19:50:01.937" v="188" actId="1076"/>
          <ac:spMkLst>
            <pc:docMk/>
            <pc:sldMk cId="120320344" sldId="280"/>
            <ac:spMk id="6" creationId="{729907CF-28C8-76FC-F272-DD22902DCB61}"/>
          </ac:spMkLst>
        </pc:spChg>
        <pc:spChg chg="mod topLvl">
          <ac:chgData name="carlosnieto_r@hotmail.com" userId="S::urn:spo:guest#carlosnieto_r@hotmail.com::" providerId="AD" clId="Web-{F53A8B4D-EAD8-2A0D-F33B-B7B36ABB47B1}" dt="2024-03-18T19:50:01.952" v="189" actId="1076"/>
          <ac:spMkLst>
            <pc:docMk/>
            <pc:sldMk cId="120320344" sldId="280"/>
            <ac:spMk id="9" creationId="{D7C8A5E2-1CDB-34A1-4F44-C5E9A4E6D0E3}"/>
          </ac:spMkLst>
        </pc:spChg>
        <pc:spChg chg="add mod">
          <ac:chgData name="carlosnieto_r@hotmail.com" userId="S::urn:spo:guest#carlosnieto_r@hotmail.com::" providerId="AD" clId="Web-{F53A8B4D-EAD8-2A0D-F33B-B7B36ABB47B1}" dt="2024-03-18T19:41:36.663" v="57" actId="14100"/>
          <ac:spMkLst>
            <pc:docMk/>
            <pc:sldMk cId="120320344" sldId="280"/>
            <ac:spMk id="11" creationId="{2907164E-DADE-B21B-9D46-B3506F361DA8}"/>
          </ac:spMkLst>
        </pc:spChg>
        <pc:spChg chg="mod">
          <ac:chgData name="carlosnieto_r@hotmail.com" userId="S::urn:spo:guest#carlosnieto_r@hotmail.com::" providerId="AD" clId="Web-{F53A8B4D-EAD8-2A0D-F33B-B7B36ABB47B1}" dt="2024-03-18T19:55:45.348" v="252" actId="1076"/>
          <ac:spMkLst>
            <pc:docMk/>
            <pc:sldMk cId="120320344" sldId="280"/>
            <ac:spMk id="17" creationId="{1ED2B680-313A-C5B4-B6DE-5558729EBDBC}"/>
          </ac:spMkLst>
        </pc:spChg>
        <pc:spChg chg="add mod">
          <ac:chgData name="carlosnieto_r@hotmail.com" userId="S::urn:spo:guest#carlosnieto_r@hotmail.com::" providerId="AD" clId="Web-{F53A8B4D-EAD8-2A0D-F33B-B7B36ABB47B1}" dt="2024-03-18T19:49:37.061" v="147"/>
          <ac:spMkLst>
            <pc:docMk/>
            <pc:sldMk cId="120320344" sldId="280"/>
            <ac:spMk id="18" creationId="{C7BA5CB2-3F1C-9DB2-DD23-26889A3717B2}"/>
          </ac:spMkLst>
        </pc:spChg>
        <pc:spChg chg="add mod">
          <ac:chgData name="carlosnieto_r@hotmail.com" userId="S::urn:spo:guest#carlosnieto_r@hotmail.com::" providerId="AD" clId="Web-{F53A8B4D-EAD8-2A0D-F33B-B7B36ABB47B1}" dt="2024-03-18T19:54:49.644" v="234" actId="1076"/>
          <ac:spMkLst>
            <pc:docMk/>
            <pc:sldMk cId="120320344" sldId="280"/>
            <ac:spMk id="19" creationId="{9B6DDA39-9C4A-1821-CBC7-E5F706D0E1D2}"/>
          </ac:spMkLst>
        </pc:spChg>
        <pc:spChg chg="mod topLvl">
          <ac:chgData name="carlosnieto_r@hotmail.com" userId="S::urn:spo:guest#carlosnieto_r@hotmail.com::" providerId="AD" clId="Web-{F53A8B4D-EAD8-2A0D-F33B-B7B36ABB47B1}" dt="2024-03-18T19:54:52.660" v="236" actId="1076"/>
          <ac:spMkLst>
            <pc:docMk/>
            <pc:sldMk cId="120320344" sldId="280"/>
            <ac:spMk id="20" creationId="{2D223FF7-E4B4-E500-E3B0-B454BE607EFE}"/>
          </ac:spMkLst>
        </pc:spChg>
        <pc:spChg chg="mod topLvl">
          <ac:chgData name="carlosnieto_r@hotmail.com" userId="S::urn:spo:guest#carlosnieto_r@hotmail.com::" providerId="AD" clId="Web-{F53A8B4D-EAD8-2A0D-F33B-B7B36ABB47B1}" dt="2024-03-18T19:54:54.082" v="237" actId="14100"/>
          <ac:spMkLst>
            <pc:docMk/>
            <pc:sldMk cId="120320344" sldId="280"/>
            <ac:spMk id="21" creationId="{19A2B209-14B4-1DF6-AF53-0376998EBEE4}"/>
          </ac:spMkLst>
        </pc:spChg>
        <pc:spChg chg="mod topLvl">
          <ac:chgData name="carlosnieto_r@hotmail.com" userId="S::urn:spo:guest#carlosnieto_r@hotmail.com::" providerId="AD" clId="Web-{F53A8B4D-EAD8-2A0D-F33B-B7B36ABB47B1}" dt="2024-03-18T19:56:16.177" v="262" actId="1076"/>
          <ac:spMkLst>
            <pc:docMk/>
            <pc:sldMk cId="120320344" sldId="280"/>
            <ac:spMk id="22" creationId="{EA132B82-A1F9-4B61-5167-99A5B303EEE6}"/>
          </ac:spMkLst>
        </pc:spChg>
        <pc:spChg chg="mod topLvl">
          <ac:chgData name="carlosnieto_r@hotmail.com" userId="S::urn:spo:guest#carlosnieto_r@hotmail.com::" providerId="AD" clId="Web-{F53A8B4D-EAD8-2A0D-F33B-B7B36ABB47B1}" dt="2024-03-18T19:56:16.193" v="263" actId="1076"/>
          <ac:spMkLst>
            <pc:docMk/>
            <pc:sldMk cId="120320344" sldId="280"/>
            <ac:spMk id="23" creationId="{138E6255-F0B9-DC1A-B88E-366463D5555E}"/>
          </ac:spMkLst>
        </pc:spChg>
        <pc:spChg chg="mod">
          <ac:chgData name="carlosnieto_r@hotmail.com" userId="S::urn:spo:guest#carlosnieto_r@hotmail.com::" providerId="AD" clId="Web-{F53A8B4D-EAD8-2A0D-F33B-B7B36ABB47B1}" dt="2024-03-18T19:55:43.020" v="251" actId="1076"/>
          <ac:spMkLst>
            <pc:docMk/>
            <pc:sldMk cId="120320344" sldId="280"/>
            <ac:spMk id="32" creationId="{ED9C0227-9F70-3620-FB4B-9F93D716E793}"/>
          </ac:spMkLst>
        </pc:spChg>
        <pc:spChg chg="add mod">
          <ac:chgData name="carlosnieto_r@hotmail.com" userId="S::urn:spo:guest#carlosnieto_r@hotmail.com::" providerId="AD" clId="Web-{F53A8B4D-EAD8-2A0D-F33B-B7B36ABB47B1}" dt="2024-03-18T19:54:51.457" v="235" actId="1076"/>
          <ac:spMkLst>
            <pc:docMk/>
            <pc:sldMk cId="120320344" sldId="280"/>
            <ac:spMk id="33" creationId="{44732D42-E9C2-DA5E-B5F2-F3BBDDB6B19E}"/>
          </ac:spMkLst>
        </pc:spChg>
        <pc:spChg chg="add mod">
          <ac:chgData name="carlosnieto_r@hotmail.com" userId="S::urn:spo:guest#carlosnieto_r@hotmail.com::" providerId="AD" clId="Web-{F53A8B4D-EAD8-2A0D-F33B-B7B36ABB47B1}" dt="2024-03-18T19:55:13.207" v="243" actId="14100"/>
          <ac:spMkLst>
            <pc:docMk/>
            <pc:sldMk cId="120320344" sldId="280"/>
            <ac:spMk id="34" creationId="{91EF02A8-CE45-FEF6-1A38-5D79D3F9F10A}"/>
          </ac:spMkLst>
        </pc:spChg>
        <pc:spChg chg="add mod">
          <ac:chgData name="carlosnieto_r@hotmail.com" userId="S::urn:spo:guest#carlosnieto_r@hotmail.com::" providerId="AD" clId="Web-{F53A8B4D-EAD8-2A0D-F33B-B7B36ABB47B1}" dt="2024-03-18T19:49:37.061" v="151"/>
          <ac:spMkLst>
            <pc:docMk/>
            <pc:sldMk cId="120320344" sldId="280"/>
            <ac:spMk id="35" creationId="{2E92A36A-496F-B8E6-9F52-8DBB67A6E7D1}"/>
          </ac:spMkLst>
        </pc:spChg>
        <pc:spChg chg="add mod">
          <ac:chgData name="carlosnieto_r@hotmail.com" userId="S::urn:spo:guest#carlosnieto_r@hotmail.com::" providerId="AD" clId="Web-{F53A8B4D-EAD8-2A0D-F33B-B7B36ABB47B1}" dt="2024-03-18T19:53:01.627" v="226" actId="1076"/>
          <ac:spMkLst>
            <pc:docMk/>
            <pc:sldMk cId="120320344" sldId="280"/>
            <ac:spMk id="37" creationId="{2EDD8555-C8CE-F97B-8F6B-6F3389972614}"/>
          </ac:spMkLst>
        </pc:spChg>
        <pc:spChg chg="mod">
          <ac:chgData name="carlosnieto_r@hotmail.com" userId="S::urn:spo:guest#carlosnieto_r@hotmail.com::" providerId="AD" clId="Web-{F53A8B4D-EAD8-2A0D-F33B-B7B36ABB47B1}" dt="2024-03-18T19:56:39.881" v="270" actId="1076"/>
          <ac:spMkLst>
            <pc:docMk/>
            <pc:sldMk cId="120320344" sldId="280"/>
            <ac:spMk id="46" creationId="{C54B8327-53FB-BE71-1FB8-CCEE82EDA4C6}"/>
          </ac:spMkLst>
        </pc:spChg>
        <pc:spChg chg="mod">
          <ac:chgData name="carlosnieto_r@hotmail.com" userId="S::urn:spo:guest#carlosnieto_r@hotmail.com::" providerId="AD" clId="Web-{F53A8B4D-EAD8-2A0D-F33B-B7B36ABB47B1}" dt="2024-03-18T19:56:39.865" v="269" actId="1076"/>
          <ac:spMkLst>
            <pc:docMk/>
            <pc:sldMk cId="120320344" sldId="280"/>
            <ac:spMk id="47" creationId="{7BA62FE5-89A7-77A5-00CD-2232F7C21E15}"/>
          </ac:spMkLst>
        </pc:spChg>
        <pc:spChg chg="mod">
          <ac:chgData name="carlosnieto_r@hotmail.com" userId="S::urn:spo:guest#carlosnieto_r@hotmail.com::" providerId="AD" clId="Web-{F53A8B4D-EAD8-2A0D-F33B-B7B36ABB47B1}" dt="2024-03-18T19:50:56.547" v="201" actId="1076"/>
          <ac:spMkLst>
            <pc:docMk/>
            <pc:sldMk cId="120320344" sldId="280"/>
            <ac:spMk id="49" creationId="{BA88509C-296A-2C31-ACA8-B694930431F6}"/>
          </ac:spMkLst>
        </pc:spChg>
        <pc:spChg chg="mod">
          <ac:chgData name="carlosnieto_r@hotmail.com" userId="S::urn:spo:guest#carlosnieto_r@hotmail.com::" providerId="AD" clId="Web-{F53A8B4D-EAD8-2A0D-F33B-B7B36ABB47B1}" dt="2024-03-18T19:50:59.250" v="203" actId="1076"/>
          <ac:spMkLst>
            <pc:docMk/>
            <pc:sldMk cId="120320344" sldId="280"/>
            <ac:spMk id="50" creationId="{31975DC3-9F2B-A095-B689-E232E8C24A5F}"/>
          </ac:spMkLst>
        </pc:spChg>
        <pc:spChg chg="add mod">
          <ac:chgData name="carlosnieto_r@hotmail.com" userId="S::urn:spo:guest#carlosnieto_r@hotmail.com::" providerId="AD" clId="Web-{F53A8B4D-EAD8-2A0D-F33B-B7B36ABB47B1}" dt="2024-03-18T19:53:14.502" v="228" actId="1076"/>
          <ac:spMkLst>
            <pc:docMk/>
            <pc:sldMk cId="120320344" sldId="280"/>
            <ac:spMk id="57" creationId="{1A8A463F-0F77-4B26-9C58-B83B26BF3653}"/>
          </ac:spMkLst>
        </pc:spChg>
        <pc:grpChg chg="add del mod">
          <ac:chgData name="carlosnieto_r@hotmail.com" userId="S::urn:spo:guest#carlosnieto_r@hotmail.com::" providerId="AD" clId="Web-{F53A8B4D-EAD8-2A0D-F33B-B7B36ABB47B1}" dt="2024-03-18T19:44:04.634" v="85"/>
          <ac:grpSpMkLst>
            <pc:docMk/>
            <pc:sldMk cId="120320344" sldId="280"/>
            <ac:grpSpMk id="4" creationId="{8B0B3E5E-137D-21C6-07AD-F7788435EE00}"/>
          </ac:grpSpMkLst>
        </pc:grpChg>
        <pc:grpChg chg="topLvl">
          <ac:chgData name="carlosnieto_r@hotmail.com" userId="S::urn:spo:guest#carlosnieto_r@hotmail.com::" providerId="AD" clId="Web-{F53A8B4D-EAD8-2A0D-F33B-B7B36ABB47B1}" dt="2024-03-18T19:44:04.634" v="85"/>
          <ac:grpSpMkLst>
            <pc:docMk/>
            <pc:sldMk cId="120320344" sldId="280"/>
            <ac:grpSpMk id="5" creationId="{3A6BF3FC-11FE-1F54-8A35-5D810C81F866}"/>
          </ac:grpSpMkLst>
        </pc:grpChg>
        <pc:picChg chg="mod modCrop">
          <ac:chgData name="carlosnieto_r@hotmail.com" userId="S::urn:spo:guest#carlosnieto_r@hotmail.com::" providerId="AD" clId="Web-{F53A8B4D-EAD8-2A0D-F33B-B7B36ABB47B1}" dt="2024-03-18T19:55:47.864" v="253" actId="1076"/>
          <ac:picMkLst>
            <pc:docMk/>
            <pc:sldMk cId="120320344" sldId="280"/>
            <ac:picMk id="7" creationId="{F3E68E8E-E241-A433-3899-02FE5CB6CBD5}"/>
          </ac:picMkLst>
        </pc:picChg>
        <pc:picChg chg="mod modCrop">
          <ac:chgData name="carlosnieto_r@hotmail.com" userId="S::urn:spo:guest#carlosnieto_r@hotmail.com::" providerId="AD" clId="Web-{F53A8B4D-EAD8-2A0D-F33B-B7B36ABB47B1}" dt="2024-03-18T19:56:18.333" v="264" actId="1076"/>
          <ac:picMkLst>
            <pc:docMk/>
            <pc:sldMk cId="120320344" sldId="280"/>
            <ac:picMk id="28" creationId="{BB72A8A2-4F54-95FE-97F1-423A22C4ABDE}"/>
          </ac:picMkLst>
        </pc:picChg>
        <pc:picChg chg="mod modCrop">
          <ac:chgData name="carlosnieto_r@hotmail.com" userId="S::urn:spo:guest#carlosnieto_r@hotmail.com::" providerId="AD" clId="Web-{F53A8B4D-EAD8-2A0D-F33B-B7B36ABB47B1}" dt="2024-03-18T19:56:11.646" v="261" actId="1076"/>
          <ac:picMkLst>
            <pc:docMk/>
            <pc:sldMk cId="120320344" sldId="280"/>
            <ac:picMk id="29" creationId="{CD8F48FF-6BE3-6F16-C566-35970E0E71DA}"/>
          </ac:picMkLst>
        </pc:picChg>
        <pc:picChg chg="mod modCrop">
          <ac:chgData name="carlosnieto_r@hotmail.com" userId="S::urn:spo:guest#carlosnieto_r@hotmail.com::" providerId="AD" clId="Web-{F53A8B4D-EAD8-2A0D-F33B-B7B36ABB47B1}" dt="2024-03-18T19:56:57.850" v="274" actId="1076"/>
          <ac:picMkLst>
            <pc:docMk/>
            <pc:sldMk cId="120320344" sldId="280"/>
            <ac:picMk id="30" creationId="{C2AB9553-6AB1-B644-E2DD-029C1019518B}"/>
          </ac:picMkLst>
        </pc:picChg>
        <pc:picChg chg="mod modCrop">
          <ac:chgData name="carlosnieto_r@hotmail.com" userId="S::urn:spo:guest#carlosnieto_r@hotmail.com::" providerId="AD" clId="Web-{F53A8B4D-EAD8-2A0D-F33B-B7B36ABB47B1}" dt="2024-03-18T19:56:55.818" v="273" actId="1076"/>
          <ac:picMkLst>
            <pc:docMk/>
            <pc:sldMk cId="120320344" sldId="280"/>
            <ac:picMk id="38" creationId="{A760EEB7-2FF9-7863-A624-46FEBA1505B7}"/>
          </ac:picMkLst>
        </pc:picChg>
        <pc:picChg chg="mod ord modCrop">
          <ac:chgData name="carlosnieto_r@hotmail.com" userId="S::urn:spo:guest#carlosnieto_r@hotmail.com::" providerId="AD" clId="Web-{F53A8B4D-EAD8-2A0D-F33B-B7B36ABB47B1}" dt="2024-03-18T19:51:30.860" v="212" actId="1076"/>
          <ac:picMkLst>
            <pc:docMk/>
            <pc:sldMk cId="120320344" sldId="280"/>
            <ac:picMk id="39" creationId="{A372216B-59AC-59EF-8631-8B2934F5633E}"/>
          </ac:picMkLst>
        </pc:picChg>
        <pc:cxnChg chg="del">
          <ac:chgData name="carlosnieto_r@hotmail.com" userId="S::urn:spo:guest#carlosnieto_r@hotmail.com::" providerId="AD" clId="Web-{F53A8B4D-EAD8-2A0D-F33B-B7B36ABB47B1}" dt="2024-03-18T19:39:51.942" v="30"/>
          <ac:cxnSpMkLst>
            <pc:docMk/>
            <pc:sldMk cId="120320344" sldId="280"/>
            <ac:cxnSpMk id="40" creationId="{DF51BC57-93AB-C5BA-99C1-BFF5FED65AEA}"/>
          </ac:cxnSpMkLst>
        </pc:cxnChg>
        <pc:cxnChg chg="del">
          <ac:chgData name="carlosnieto_r@hotmail.com" userId="S::urn:spo:guest#carlosnieto_r@hotmail.com::" providerId="AD" clId="Web-{F53A8B4D-EAD8-2A0D-F33B-B7B36ABB47B1}" dt="2024-03-18T19:39:54.317" v="31"/>
          <ac:cxnSpMkLst>
            <pc:docMk/>
            <pc:sldMk cId="120320344" sldId="280"/>
            <ac:cxnSpMk id="41" creationId="{2C480BBD-5720-4BAB-3060-0A1B4D62D129}"/>
          </ac:cxnSpMkLst>
        </pc:cxnChg>
        <pc:cxnChg chg="del">
          <ac:chgData name="carlosnieto_r@hotmail.com" userId="S::urn:spo:guest#carlosnieto_r@hotmail.com::" providerId="AD" clId="Web-{F53A8B4D-EAD8-2A0D-F33B-B7B36ABB47B1}" dt="2024-03-18T19:39:58.646" v="32"/>
          <ac:cxnSpMkLst>
            <pc:docMk/>
            <pc:sldMk cId="120320344" sldId="280"/>
            <ac:cxnSpMk id="42" creationId="{43543C25-EE54-3503-A4A7-0A14A92D4C7A}"/>
          </ac:cxnSpMkLst>
        </pc:cxnChg>
        <pc:cxnChg chg="add del">
          <ac:chgData name="carlosnieto_r@hotmail.com" userId="S::urn:spo:guest#carlosnieto_r@hotmail.com::" providerId="AD" clId="Web-{F53A8B4D-EAD8-2A0D-F33B-B7B36ABB47B1}" dt="2024-03-18T19:40:10.161" v="37"/>
          <ac:cxnSpMkLst>
            <pc:docMk/>
            <pc:sldMk cId="120320344" sldId="280"/>
            <ac:cxnSpMk id="43" creationId="{73790B2E-F5EB-BEF0-8AB0-E71D1E1B3280}"/>
          </ac:cxnSpMkLst>
        </pc:cxnChg>
        <pc:cxnChg chg="del">
          <ac:chgData name="carlosnieto_r@hotmail.com" userId="S::urn:spo:guest#carlosnieto_r@hotmail.com::" providerId="AD" clId="Web-{F53A8B4D-EAD8-2A0D-F33B-B7B36ABB47B1}" dt="2024-03-18T19:40:38.912" v="45"/>
          <ac:cxnSpMkLst>
            <pc:docMk/>
            <pc:sldMk cId="120320344" sldId="280"/>
            <ac:cxnSpMk id="44" creationId="{4407A120-EE1F-5244-0302-8299DC2FB9C5}"/>
          </ac:cxnSpMkLst>
        </pc:cxnChg>
        <pc:cxnChg chg="del mod">
          <ac:chgData name="carlosnieto_r@hotmail.com" userId="S::urn:spo:guest#carlosnieto_r@hotmail.com::" providerId="AD" clId="Web-{F53A8B4D-EAD8-2A0D-F33B-B7B36ABB47B1}" dt="2024-03-18T19:40:23.365" v="39"/>
          <ac:cxnSpMkLst>
            <pc:docMk/>
            <pc:sldMk cId="120320344" sldId="280"/>
            <ac:cxnSpMk id="45" creationId="{647ABD6A-F199-3017-90E3-578CF1505C5A}"/>
          </ac:cxnSpMkLst>
        </pc:cxnChg>
        <pc:cxnChg chg="del mod">
          <ac:chgData name="carlosnieto_r@hotmail.com" userId="S::urn:spo:guest#carlosnieto_r@hotmail.com::" providerId="AD" clId="Web-{F53A8B4D-EAD8-2A0D-F33B-B7B36ABB47B1}" dt="2024-03-18T19:40:24.990" v="41"/>
          <ac:cxnSpMkLst>
            <pc:docMk/>
            <pc:sldMk cId="120320344" sldId="280"/>
            <ac:cxnSpMk id="48" creationId="{5EBC439E-31D3-88E5-F58F-BF9B5C473EA4}"/>
          </ac:cxnSpMkLst>
        </pc:cxnChg>
        <pc:cxnChg chg="add mod ord">
          <ac:chgData name="carlosnieto_r@hotmail.com" userId="S::urn:spo:guest#carlosnieto_r@hotmail.com::" providerId="AD" clId="Web-{F53A8B4D-EAD8-2A0D-F33B-B7B36ABB47B1}" dt="2024-03-18T19:48:05.669" v="136" actId="1076"/>
          <ac:cxnSpMkLst>
            <pc:docMk/>
            <pc:sldMk cId="120320344" sldId="280"/>
            <ac:cxnSpMk id="51" creationId="{82A73666-B8CE-EA11-A40A-F92791E19FC8}"/>
          </ac:cxnSpMkLst>
        </pc:cxnChg>
        <pc:cxnChg chg="add mod ord">
          <ac:chgData name="carlosnieto_r@hotmail.com" userId="S::urn:spo:guest#carlosnieto_r@hotmail.com::" providerId="AD" clId="Web-{F53A8B4D-EAD8-2A0D-F33B-B7B36ABB47B1}" dt="2024-03-18T19:49:43.577" v="158"/>
          <ac:cxnSpMkLst>
            <pc:docMk/>
            <pc:sldMk cId="120320344" sldId="280"/>
            <ac:cxnSpMk id="52" creationId="{A2AC81BC-54AF-2B99-46B2-86CC83CDCEC3}"/>
          </ac:cxnSpMkLst>
        </pc:cxnChg>
        <pc:cxnChg chg="add mod ord">
          <ac:chgData name="carlosnieto_r@hotmail.com" userId="S::urn:spo:guest#carlosnieto_r@hotmail.com::" providerId="AD" clId="Web-{F53A8B4D-EAD8-2A0D-F33B-B7B36ABB47B1}" dt="2024-03-18T19:57:00.631" v="275" actId="1076"/>
          <ac:cxnSpMkLst>
            <pc:docMk/>
            <pc:sldMk cId="120320344" sldId="280"/>
            <ac:cxnSpMk id="53" creationId="{B1A07ADE-0A9F-E494-A2F4-16CE219B1355}"/>
          </ac:cxnSpMkLst>
        </pc:cxnChg>
        <pc:cxnChg chg="add mod ord">
          <ac:chgData name="carlosnieto_r@hotmail.com" userId="S::urn:spo:guest#carlosnieto_r@hotmail.com::" providerId="AD" clId="Web-{F53A8B4D-EAD8-2A0D-F33B-B7B36ABB47B1}" dt="2024-03-18T19:49:44.749" v="170"/>
          <ac:cxnSpMkLst>
            <pc:docMk/>
            <pc:sldMk cId="120320344" sldId="280"/>
            <ac:cxnSpMk id="54" creationId="{E10DC444-773F-EE74-3B83-361B358D6AF0}"/>
          </ac:cxnSpMkLst>
        </pc:cxnChg>
        <pc:cxnChg chg="add mod ord">
          <ac:chgData name="carlosnieto_r@hotmail.com" userId="S::urn:spo:guest#carlosnieto_r@hotmail.com::" providerId="AD" clId="Web-{F53A8B4D-EAD8-2A0D-F33B-B7B36ABB47B1}" dt="2024-03-18T19:49:45.327" v="176"/>
          <ac:cxnSpMkLst>
            <pc:docMk/>
            <pc:sldMk cId="120320344" sldId="280"/>
            <ac:cxnSpMk id="55" creationId="{1EC39BDE-F794-9763-E9BB-6F366B1A9352}"/>
          </ac:cxnSpMkLst>
        </pc:cxnChg>
        <pc:cxnChg chg="add mod ord">
          <ac:chgData name="carlosnieto_r@hotmail.com" userId="S::urn:spo:guest#carlosnieto_r@hotmail.com::" providerId="AD" clId="Web-{F53A8B4D-EAD8-2A0D-F33B-B7B36ABB47B1}" dt="2024-03-18T19:55:23.786" v="246" actId="14100"/>
          <ac:cxnSpMkLst>
            <pc:docMk/>
            <pc:sldMk cId="120320344" sldId="280"/>
            <ac:cxnSpMk id="56" creationId="{56C22E82-B339-E70E-4267-F15F010FBCD8}"/>
          </ac:cxnSpMkLst>
        </pc:cxnChg>
      </pc:sldChg>
    </pc:docChg>
  </pc:docChgLst>
  <pc:docChgLst>
    <pc:chgData name="carlosnieto_r@hotmail.com" userId="S::urn:spo:guest#carlosnieto_r@hotmail.com::" providerId="AD" clId="Web-{D030A783-4C26-A712-4551-726DE7270034}"/>
    <pc:docChg chg="modSld">
      <pc:chgData name="carlosnieto_r@hotmail.com" userId="S::urn:spo:guest#carlosnieto_r@hotmail.com::" providerId="AD" clId="Web-{D030A783-4C26-A712-4551-726DE7270034}" dt="2024-03-13T01:06:02.255" v="76"/>
      <pc:docMkLst>
        <pc:docMk/>
      </pc:docMkLst>
      <pc:sldChg chg="addSp delSp modSp">
        <pc:chgData name="carlosnieto_r@hotmail.com" userId="S::urn:spo:guest#carlosnieto_r@hotmail.com::" providerId="AD" clId="Web-{D030A783-4C26-A712-4551-726DE7270034}" dt="2024-03-13T01:05:24.941" v="74" actId="1076"/>
        <pc:sldMkLst>
          <pc:docMk/>
          <pc:sldMk cId="3100614976" sldId="273"/>
        </pc:sldMkLst>
        <pc:spChg chg="mod">
          <ac:chgData name="carlosnieto_r@hotmail.com" userId="S::urn:spo:guest#carlosnieto_r@hotmail.com::" providerId="AD" clId="Web-{D030A783-4C26-A712-4551-726DE7270034}" dt="2024-03-13T00:41:24.537" v="43" actId="20577"/>
          <ac:spMkLst>
            <pc:docMk/>
            <pc:sldMk cId="3100614976" sldId="273"/>
            <ac:spMk id="3" creationId="{979D43DB-A45F-C2C8-8C84-190D400923E3}"/>
          </ac:spMkLst>
        </pc:spChg>
        <pc:spChg chg="mod">
          <ac:chgData name="carlosnieto_r@hotmail.com" userId="S::urn:spo:guest#carlosnieto_r@hotmail.com::" providerId="AD" clId="Web-{D030A783-4C26-A712-4551-726DE7270034}" dt="2024-03-13T00:42:31.474" v="49"/>
          <ac:spMkLst>
            <pc:docMk/>
            <pc:sldMk cId="3100614976" sldId="273"/>
            <ac:spMk id="6" creationId="{E7D517FB-1003-6D05-91E4-293B05A97B34}"/>
          </ac:spMkLst>
        </pc:spChg>
        <pc:spChg chg="add mod ord">
          <ac:chgData name="carlosnieto_r@hotmail.com" userId="S::urn:spo:guest#carlosnieto_r@hotmail.com::" providerId="AD" clId="Web-{D030A783-4C26-A712-4551-726DE7270034}" dt="2024-03-13T01:05:12.112" v="73"/>
          <ac:spMkLst>
            <pc:docMk/>
            <pc:sldMk cId="3100614976" sldId="273"/>
            <ac:spMk id="8" creationId="{D3340A16-0EF3-64EE-736A-D22EBB25567D}"/>
          </ac:spMkLst>
        </pc:spChg>
        <pc:spChg chg="add mod ord">
          <ac:chgData name="carlosnieto_r@hotmail.com" userId="S::urn:spo:guest#carlosnieto_r@hotmail.com::" providerId="AD" clId="Web-{D030A783-4C26-A712-4551-726DE7270034}" dt="2024-03-13T01:03:32.656" v="68"/>
          <ac:spMkLst>
            <pc:docMk/>
            <pc:sldMk cId="3100614976" sldId="273"/>
            <ac:spMk id="9" creationId="{663BAA7A-D014-0E3F-A35D-A2332903A467}"/>
          </ac:spMkLst>
        </pc:spChg>
        <pc:spChg chg="add mod ord">
          <ac:chgData name="carlosnieto_r@hotmail.com" userId="S::urn:spo:guest#carlosnieto_r@hotmail.com::" providerId="AD" clId="Web-{D030A783-4C26-A712-4551-726DE7270034}" dt="2024-03-13T01:03:51.828" v="70"/>
          <ac:spMkLst>
            <pc:docMk/>
            <pc:sldMk cId="3100614976" sldId="273"/>
            <ac:spMk id="10" creationId="{974653DD-A020-469A-9D2F-D37A52F5462D}"/>
          </ac:spMkLst>
        </pc:spChg>
        <pc:spChg chg="mod">
          <ac:chgData name="carlosnieto_r@hotmail.com" userId="S::urn:spo:guest#carlosnieto_r@hotmail.com::" providerId="AD" clId="Web-{D030A783-4C26-A712-4551-726DE7270034}" dt="2024-03-13T01:04:43.846" v="72" actId="1076"/>
          <ac:spMkLst>
            <pc:docMk/>
            <pc:sldMk cId="3100614976" sldId="273"/>
            <ac:spMk id="15" creationId="{C4E0842F-704B-C426-4A37-558AFD916484}"/>
          </ac:spMkLst>
        </pc:spChg>
        <pc:spChg chg="mod">
          <ac:chgData name="carlosnieto_r@hotmail.com" userId="S::urn:spo:guest#carlosnieto_r@hotmail.com::" providerId="AD" clId="Web-{D030A783-4C26-A712-4551-726DE7270034}" dt="2024-03-13T00:42:31.536" v="51"/>
          <ac:spMkLst>
            <pc:docMk/>
            <pc:sldMk cId="3100614976" sldId="273"/>
            <ac:spMk id="16" creationId="{980D5D0E-EF67-C018-CADB-A56496F8BA83}"/>
          </ac:spMkLst>
        </pc:spChg>
        <pc:spChg chg="mod">
          <ac:chgData name="carlosnieto_r@hotmail.com" userId="S::urn:spo:guest#carlosnieto_r@hotmail.com::" providerId="AD" clId="Web-{D030A783-4C26-A712-4551-726DE7270034}" dt="2024-03-13T00:42:04.615" v="45" actId="20577"/>
          <ac:spMkLst>
            <pc:docMk/>
            <pc:sldMk cId="3100614976" sldId="273"/>
            <ac:spMk id="20" creationId="{611B64EF-5774-AA47-ECB5-78D55F225085}"/>
          </ac:spMkLst>
        </pc:spChg>
        <pc:spChg chg="mod">
          <ac:chgData name="carlosnieto_r@hotmail.com" userId="S::urn:spo:guest#carlosnieto_r@hotmail.com::" providerId="AD" clId="Web-{D030A783-4C26-A712-4551-726DE7270034}" dt="2024-03-13T00:42:48.193" v="54" actId="20577"/>
          <ac:spMkLst>
            <pc:docMk/>
            <pc:sldMk cId="3100614976" sldId="273"/>
            <ac:spMk id="22" creationId="{A50DACE0-5200-8EC0-1F0D-C8C9F4216354}"/>
          </ac:spMkLst>
        </pc:spChg>
        <pc:spChg chg="del">
          <ac:chgData name="carlosnieto_r@hotmail.com" userId="S::urn:spo:guest#carlosnieto_r@hotmail.com::" providerId="AD" clId="Web-{D030A783-4C26-A712-4551-726DE7270034}" dt="2024-03-13T00:43:10.677" v="56"/>
          <ac:spMkLst>
            <pc:docMk/>
            <pc:sldMk cId="3100614976" sldId="273"/>
            <ac:spMk id="24" creationId="{078E7C97-4743-D485-A23B-F66F1B72C1F3}"/>
          </ac:spMkLst>
        </pc:spChg>
        <pc:spChg chg="mod">
          <ac:chgData name="carlosnieto_r@hotmail.com" userId="S::urn:spo:guest#carlosnieto_r@hotmail.com::" providerId="AD" clId="Web-{D030A783-4C26-A712-4551-726DE7270034}" dt="2024-03-13T01:05:24.941" v="74" actId="1076"/>
          <ac:spMkLst>
            <pc:docMk/>
            <pc:sldMk cId="3100614976" sldId="273"/>
            <ac:spMk id="25" creationId="{1E634D4C-F0A9-6627-F540-32FA237E4E0D}"/>
          </ac:spMkLst>
        </pc:spChg>
        <pc:spChg chg="mod">
          <ac:chgData name="carlosnieto_r@hotmail.com" userId="S::urn:spo:guest#carlosnieto_r@hotmail.com::" providerId="AD" clId="Web-{D030A783-4C26-A712-4551-726DE7270034}" dt="2024-03-13T00:42:54.161" v="55" actId="20577"/>
          <ac:spMkLst>
            <pc:docMk/>
            <pc:sldMk cId="3100614976" sldId="273"/>
            <ac:spMk id="26" creationId="{89347DA7-0937-C0D0-8E72-7089951AE62E}"/>
          </ac:spMkLst>
        </pc:spChg>
        <pc:spChg chg="del">
          <ac:chgData name="carlosnieto_r@hotmail.com" userId="S::urn:spo:guest#carlosnieto_r@hotmail.com::" providerId="AD" clId="Web-{D030A783-4C26-A712-4551-726DE7270034}" dt="2024-03-13T00:43:13.568" v="57"/>
          <ac:spMkLst>
            <pc:docMk/>
            <pc:sldMk cId="3100614976" sldId="273"/>
            <ac:spMk id="33" creationId="{CF79FC65-BF73-32AD-6EC2-E14B9D0D5184}"/>
          </ac:spMkLst>
        </pc:spChg>
        <pc:spChg chg="add del mod">
          <ac:chgData name="carlosnieto_r@hotmail.com" userId="S::urn:spo:guest#carlosnieto_r@hotmail.com::" providerId="AD" clId="Web-{D030A783-4C26-A712-4551-726DE7270034}" dt="2024-03-13T00:42:22.708" v="48"/>
          <ac:spMkLst>
            <pc:docMk/>
            <pc:sldMk cId="3100614976" sldId="273"/>
            <ac:spMk id="34" creationId="{AFBBE923-56FC-C1E4-1CED-6A4919A750CC}"/>
          </ac:spMkLst>
        </pc:spChg>
        <pc:spChg chg="del">
          <ac:chgData name="carlosnieto_r@hotmail.com" userId="S::urn:spo:guest#carlosnieto_r@hotmail.com::" providerId="AD" clId="Web-{D030A783-4C26-A712-4551-726DE7270034}" dt="2024-03-13T01:02:30.419" v="58"/>
          <ac:spMkLst>
            <pc:docMk/>
            <pc:sldMk cId="3100614976" sldId="273"/>
            <ac:spMk id="35" creationId="{9F3F4E4E-0F60-34B8-272E-605A3C092B5D}"/>
          </ac:spMkLst>
        </pc:spChg>
      </pc:sldChg>
      <pc:sldChg chg="addSp delSp modSp">
        <pc:chgData name="carlosnieto_r@hotmail.com" userId="S::urn:spo:guest#carlosnieto_r@hotmail.com::" providerId="AD" clId="Web-{D030A783-4C26-A712-4551-726DE7270034}" dt="2024-03-13T01:06:02.255" v="76"/>
        <pc:sldMkLst>
          <pc:docMk/>
          <pc:sldMk cId="2496000186" sldId="278"/>
        </pc:sldMkLst>
        <pc:spChg chg="add del mod">
          <ac:chgData name="carlosnieto_r@hotmail.com" userId="S::urn:spo:guest#carlosnieto_r@hotmail.com::" providerId="AD" clId="Web-{D030A783-4C26-A712-4551-726DE7270034}" dt="2024-03-13T00:39:42.131" v="27"/>
          <ac:spMkLst>
            <pc:docMk/>
            <pc:sldMk cId="2496000186" sldId="278"/>
            <ac:spMk id="7" creationId="{1ED2B680-313A-C5B4-B6DE-5558729EBDBC}"/>
          </ac:spMkLst>
        </pc:spChg>
        <pc:spChg chg="add mod">
          <ac:chgData name="carlosnieto_r@hotmail.com" userId="S::urn:spo:guest#carlosnieto_r@hotmail.com::" providerId="AD" clId="Web-{D030A783-4C26-A712-4551-726DE7270034}" dt="2024-03-13T00:39:19.647" v="20" actId="1076"/>
          <ac:spMkLst>
            <pc:docMk/>
            <pc:sldMk cId="2496000186" sldId="278"/>
            <ac:spMk id="11" creationId="{ED9C0227-9F70-3620-FB4B-9F93D716E793}"/>
          </ac:spMkLst>
        </pc:spChg>
        <pc:spChg chg="add mod">
          <ac:chgData name="carlosnieto_r@hotmail.com" userId="S::urn:spo:guest#carlosnieto_r@hotmail.com::" providerId="AD" clId="Web-{D030A783-4C26-A712-4551-726DE7270034}" dt="2024-03-13T00:39:33.178" v="24" actId="688"/>
          <ac:spMkLst>
            <pc:docMk/>
            <pc:sldMk cId="2496000186" sldId="278"/>
            <ac:spMk id="17" creationId="{1ED2B680-313A-C5B4-B6DE-5558729EBDBC}"/>
          </ac:spMkLst>
        </pc:spChg>
        <pc:spChg chg="del">
          <ac:chgData name="carlosnieto_r@hotmail.com" userId="S::urn:spo:guest#carlosnieto_r@hotmail.com::" providerId="AD" clId="Web-{D030A783-4C26-A712-4551-726DE7270034}" dt="2024-03-13T00:39:12.725" v="17"/>
          <ac:spMkLst>
            <pc:docMk/>
            <pc:sldMk cId="2496000186" sldId="278"/>
            <ac:spMk id="18" creationId="{1ED2B680-313A-C5B4-B6DE-5558729EBDBC}"/>
          </ac:spMkLst>
        </pc:spChg>
        <pc:spChg chg="del">
          <ac:chgData name="carlosnieto_r@hotmail.com" userId="S::urn:spo:guest#carlosnieto_r@hotmail.com::" providerId="AD" clId="Web-{D030A783-4C26-A712-4551-726DE7270034}" dt="2024-03-13T00:39:12.693" v="16"/>
          <ac:spMkLst>
            <pc:docMk/>
            <pc:sldMk cId="2496000186" sldId="278"/>
            <ac:spMk id="19" creationId="{ED9C0227-9F70-3620-FB4B-9F93D716E793}"/>
          </ac:spMkLst>
        </pc:spChg>
        <pc:spChg chg="add del mod">
          <ac:chgData name="carlosnieto_r@hotmail.com" userId="S::urn:spo:guest#carlosnieto_r@hotmail.com::" providerId="AD" clId="Web-{D030A783-4C26-A712-4551-726DE7270034}" dt="2024-03-13T00:40:15.928" v="34" actId="1076"/>
          <ac:spMkLst>
            <pc:docMk/>
            <pc:sldMk cId="2496000186" sldId="278"/>
            <ac:spMk id="32" creationId="{ED9C0227-9F70-3620-FB4B-9F93D716E793}"/>
          </ac:spMkLst>
        </pc:spChg>
        <pc:picChg chg="mod modCrop">
          <ac:chgData name="carlosnieto_r@hotmail.com" userId="S::urn:spo:guest#carlosnieto_r@hotmail.com::" providerId="AD" clId="Web-{D030A783-4C26-A712-4551-726DE7270034}" dt="2024-03-13T01:06:02.255" v="76"/>
          <ac:picMkLst>
            <pc:docMk/>
            <pc:sldMk cId="2496000186" sldId="278"/>
            <ac:picMk id="37" creationId="{6A0C88B0-0DD8-7690-400D-E3A68D67ABCD}"/>
          </ac:picMkLst>
        </pc:picChg>
      </pc:sldChg>
    </pc:docChg>
  </pc:docChgLst>
  <pc:docChgLst>
    <pc:chgData name="EDA NUR SARUHAN" userId="796a441a-389d-493a-b849-403485121362" providerId="ADAL" clId="{F50D9A46-20DF-48B3-A542-164CA64A4D0A}"/>
    <pc:docChg chg="undo redo custSel addSld delSld modSld sldOrd">
      <pc:chgData name="EDA NUR SARUHAN" userId="796a441a-389d-493a-b849-403485121362" providerId="ADAL" clId="{F50D9A46-20DF-48B3-A542-164CA64A4D0A}" dt="2024-06-24T07:16:17.609" v="221"/>
      <pc:docMkLst>
        <pc:docMk/>
      </pc:docMkLst>
      <pc:sldChg chg="modSp mod">
        <pc:chgData name="EDA NUR SARUHAN" userId="796a441a-389d-493a-b849-403485121362" providerId="ADAL" clId="{F50D9A46-20DF-48B3-A542-164CA64A4D0A}" dt="2024-06-24T07:10:59.195" v="19" actId="27636"/>
        <pc:sldMkLst>
          <pc:docMk/>
          <pc:sldMk cId="0" sldId="258"/>
        </pc:sldMkLst>
        <pc:spChg chg="mod">
          <ac:chgData name="EDA NUR SARUHAN" userId="796a441a-389d-493a-b849-403485121362" providerId="ADAL" clId="{F50D9A46-20DF-48B3-A542-164CA64A4D0A}" dt="2024-06-24T07:10:59.195" v="19" actId="27636"/>
          <ac:spMkLst>
            <pc:docMk/>
            <pc:sldMk cId="0" sldId="258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0:38.910" v="14" actId="1076"/>
          <ac:spMkLst>
            <pc:docMk/>
            <pc:sldMk cId="0" sldId="258"/>
            <ac:spMk id="492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0:36.659" v="13" actId="1076"/>
          <ac:spMkLst>
            <pc:docMk/>
            <pc:sldMk cId="0" sldId="258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1:57.316" v="63"/>
        <pc:sldMkLst>
          <pc:docMk/>
          <pc:sldMk cId="2903211234" sldId="269"/>
        </pc:sldMkLst>
        <pc:spChg chg="mod">
          <ac:chgData name="EDA NUR SARUHAN" userId="796a441a-389d-493a-b849-403485121362" providerId="ADAL" clId="{F50D9A46-20DF-48B3-A542-164CA64A4D0A}" dt="2024-06-24T07:11:57.316" v="63"/>
          <ac:spMkLst>
            <pc:docMk/>
            <pc:sldMk cId="2903211234" sldId="269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1:50.819" v="60"/>
          <ac:spMkLst>
            <pc:docMk/>
            <pc:sldMk cId="2903211234" sldId="269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2:19.676" v="69"/>
        <pc:sldMkLst>
          <pc:docMk/>
          <pc:sldMk cId="434732476" sldId="270"/>
        </pc:sldMkLst>
        <pc:spChg chg="mod">
          <ac:chgData name="EDA NUR SARUHAN" userId="796a441a-389d-493a-b849-403485121362" providerId="ADAL" clId="{F50D9A46-20DF-48B3-A542-164CA64A4D0A}" dt="2024-06-24T07:12:19.676" v="69"/>
          <ac:spMkLst>
            <pc:docMk/>
            <pc:sldMk cId="434732476" sldId="270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2:13.049" v="66"/>
          <ac:spMkLst>
            <pc:docMk/>
            <pc:sldMk cId="434732476" sldId="270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2:37.122" v="77"/>
        <pc:sldMkLst>
          <pc:docMk/>
          <pc:sldMk cId="1729379315" sldId="271"/>
        </pc:sldMkLst>
        <pc:spChg chg="mod">
          <ac:chgData name="EDA NUR SARUHAN" userId="796a441a-389d-493a-b849-403485121362" providerId="ADAL" clId="{F50D9A46-20DF-48B3-A542-164CA64A4D0A}" dt="2024-06-24T07:12:37.122" v="77"/>
          <ac:spMkLst>
            <pc:docMk/>
            <pc:sldMk cId="1729379315" sldId="271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2:29.482" v="72"/>
          <ac:spMkLst>
            <pc:docMk/>
            <pc:sldMk cId="1729379315" sldId="271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3:12.036" v="97"/>
        <pc:sldMkLst>
          <pc:docMk/>
          <pc:sldMk cId="664534578" sldId="272"/>
        </pc:sldMkLst>
        <pc:spChg chg="mod">
          <ac:chgData name="EDA NUR SARUHAN" userId="796a441a-389d-493a-b849-403485121362" providerId="ADAL" clId="{F50D9A46-20DF-48B3-A542-164CA64A4D0A}" dt="2024-06-24T07:13:12.036" v="97"/>
          <ac:spMkLst>
            <pc:docMk/>
            <pc:sldMk cId="664534578" sldId="272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3:06.177" v="94"/>
          <ac:spMkLst>
            <pc:docMk/>
            <pc:sldMk cId="664534578" sldId="272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3:38.002" v="120" actId="5793"/>
        <pc:sldMkLst>
          <pc:docMk/>
          <pc:sldMk cId="3284491021" sldId="273"/>
        </pc:sldMkLst>
        <pc:spChg chg="mod">
          <ac:chgData name="EDA NUR SARUHAN" userId="796a441a-389d-493a-b849-403485121362" providerId="ADAL" clId="{F50D9A46-20DF-48B3-A542-164CA64A4D0A}" dt="2024-06-24T07:13:38.002" v="120" actId="5793"/>
          <ac:spMkLst>
            <pc:docMk/>
            <pc:sldMk cId="3284491021" sldId="273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3:28.690" v="102" actId="1076"/>
          <ac:spMkLst>
            <pc:docMk/>
            <pc:sldMk cId="3284491021" sldId="273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4:14.540" v="146" actId="27636"/>
        <pc:sldMkLst>
          <pc:docMk/>
          <pc:sldMk cId="3671019558" sldId="274"/>
        </pc:sldMkLst>
        <pc:spChg chg="mod">
          <ac:chgData name="EDA NUR SARUHAN" userId="796a441a-389d-493a-b849-403485121362" providerId="ADAL" clId="{F50D9A46-20DF-48B3-A542-164CA64A4D0A}" dt="2024-06-24T07:14:14.540" v="146" actId="27636"/>
          <ac:spMkLst>
            <pc:docMk/>
            <pc:sldMk cId="3671019558" sldId="274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4:07.635" v="142"/>
          <ac:spMkLst>
            <pc:docMk/>
            <pc:sldMk cId="3671019558" sldId="274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4:37.088" v="154"/>
        <pc:sldMkLst>
          <pc:docMk/>
          <pc:sldMk cId="3774262820" sldId="275"/>
        </pc:sldMkLst>
        <pc:spChg chg="mod">
          <ac:chgData name="EDA NUR SARUHAN" userId="796a441a-389d-493a-b849-403485121362" providerId="ADAL" clId="{F50D9A46-20DF-48B3-A542-164CA64A4D0A}" dt="2024-06-24T07:14:37.088" v="154"/>
          <ac:spMkLst>
            <pc:docMk/>
            <pc:sldMk cId="3774262820" sldId="275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4:31.496" v="151" actId="1076"/>
          <ac:spMkLst>
            <pc:docMk/>
            <pc:sldMk cId="3774262820" sldId="275"/>
            <ac:spMk id="493" creationId="{00000000-0000-0000-0000-000000000000}"/>
          </ac:spMkLst>
        </pc:spChg>
      </pc:sldChg>
      <pc:sldChg chg="modSp mod">
        <pc:chgData name="EDA NUR SARUHAN" userId="796a441a-389d-493a-b849-403485121362" providerId="ADAL" clId="{F50D9A46-20DF-48B3-A542-164CA64A4D0A}" dt="2024-06-24T07:14:55.259" v="162"/>
        <pc:sldMkLst>
          <pc:docMk/>
          <pc:sldMk cId="1090383087" sldId="276"/>
        </pc:sldMkLst>
        <pc:spChg chg="mod">
          <ac:chgData name="EDA NUR SARUHAN" userId="796a441a-389d-493a-b849-403485121362" providerId="ADAL" clId="{F50D9A46-20DF-48B3-A542-164CA64A4D0A}" dt="2024-06-24T07:14:55.259" v="162"/>
          <ac:spMkLst>
            <pc:docMk/>
            <pc:sldMk cId="1090383087" sldId="276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4:47.958" v="157"/>
          <ac:spMkLst>
            <pc:docMk/>
            <pc:sldMk cId="1090383087" sldId="276"/>
            <ac:spMk id="493" creationId="{00000000-0000-0000-0000-000000000000}"/>
          </ac:spMkLst>
        </pc:spChg>
      </pc:sldChg>
      <pc:sldChg chg="new del">
        <pc:chgData name="EDA NUR SARUHAN" userId="796a441a-389d-493a-b849-403485121362" providerId="ADAL" clId="{F50D9A46-20DF-48B3-A542-164CA64A4D0A}" dt="2024-06-24T07:11:21.943" v="22" actId="47"/>
        <pc:sldMkLst>
          <pc:docMk/>
          <pc:sldMk cId="347083183" sldId="279"/>
        </pc:sldMkLst>
      </pc:sldChg>
      <pc:sldChg chg="modSp add mod">
        <pc:chgData name="EDA NUR SARUHAN" userId="796a441a-389d-493a-b849-403485121362" providerId="ADAL" clId="{F50D9A46-20DF-48B3-A542-164CA64A4D0A}" dt="2024-06-24T07:11:37.690" v="57" actId="1076"/>
        <pc:sldMkLst>
          <pc:docMk/>
          <pc:sldMk cId="2319431748" sldId="280"/>
        </pc:sldMkLst>
        <pc:spChg chg="mod">
          <ac:chgData name="EDA NUR SARUHAN" userId="796a441a-389d-493a-b849-403485121362" providerId="ADAL" clId="{F50D9A46-20DF-48B3-A542-164CA64A4D0A}" dt="2024-06-24T07:11:37.690" v="57" actId="1076"/>
          <ac:spMkLst>
            <pc:docMk/>
            <pc:sldMk cId="2319431748" sldId="280"/>
            <ac:spMk id="476" creationId="{00000000-0000-0000-0000-000000000000}"/>
          </ac:spMkLst>
        </pc:spChg>
      </pc:sldChg>
      <pc:sldChg chg="modSp add mod ord">
        <pc:chgData name="EDA NUR SARUHAN" userId="796a441a-389d-493a-b849-403485121362" providerId="ADAL" clId="{F50D9A46-20DF-48B3-A542-164CA64A4D0A}" dt="2024-06-24T07:12:54.518" v="91" actId="20577"/>
        <pc:sldMkLst>
          <pc:docMk/>
          <pc:sldMk cId="3209889353" sldId="281"/>
        </pc:sldMkLst>
        <pc:spChg chg="mod">
          <ac:chgData name="EDA NUR SARUHAN" userId="796a441a-389d-493a-b849-403485121362" providerId="ADAL" clId="{F50D9A46-20DF-48B3-A542-164CA64A4D0A}" dt="2024-06-24T07:12:54.518" v="91" actId="20577"/>
          <ac:spMkLst>
            <pc:docMk/>
            <pc:sldMk cId="3209889353" sldId="281"/>
            <ac:spMk id="476" creationId="{00000000-0000-0000-0000-000000000000}"/>
          </ac:spMkLst>
        </pc:spChg>
      </pc:sldChg>
      <pc:sldChg chg="modSp add mod ord">
        <pc:chgData name="EDA NUR SARUHAN" userId="796a441a-389d-493a-b849-403485121362" providerId="ADAL" clId="{F50D9A46-20DF-48B3-A542-164CA64A4D0A}" dt="2024-06-24T07:13:51.976" v="132" actId="20577"/>
        <pc:sldMkLst>
          <pc:docMk/>
          <pc:sldMk cId="4161134741" sldId="282"/>
        </pc:sldMkLst>
        <pc:spChg chg="mod">
          <ac:chgData name="EDA NUR SARUHAN" userId="796a441a-389d-493a-b849-403485121362" providerId="ADAL" clId="{F50D9A46-20DF-48B3-A542-164CA64A4D0A}" dt="2024-06-24T07:13:51.976" v="132" actId="20577"/>
          <ac:spMkLst>
            <pc:docMk/>
            <pc:sldMk cId="4161134741" sldId="282"/>
            <ac:spMk id="476" creationId="{00000000-0000-0000-0000-000000000000}"/>
          </ac:spMkLst>
        </pc:spChg>
      </pc:sldChg>
      <pc:sldChg chg="modSp add mod">
        <pc:chgData name="EDA NUR SARUHAN" userId="796a441a-389d-493a-b849-403485121362" providerId="ADAL" clId="{F50D9A46-20DF-48B3-A542-164CA64A4D0A}" dt="2024-06-24T07:15:43.569" v="199"/>
        <pc:sldMkLst>
          <pc:docMk/>
          <pc:sldMk cId="3824939920" sldId="283"/>
        </pc:sldMkLst>
        <pc:spChg chg="mod">
          <ac:chgData name="EDA NUR SARUHAN" userId="796a441a-389d-493a-b849-403485121362" providerId="ADAL" clId="{F50D9A46-20DF-48B3-A542-164CA64A4D0A}" dt="2024-06-24T07:15:43.569" v="199"/>
          <ac:spMkLst>
            <pc:docMk/>
            <pc:sldMk cId="3824939920" sldId="283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5:36.190" v="194"/>
          <ac:spMkLst>
            <pc:docMk/>
            <pc:sldMk cId="3824939920" sldId="283"/>
            <ac:spMk id="493" creationId="{00000000-0000-0000-0000-000000000000}"/>
          </ac:spMkLst>
        </pc:spChg>
      </pc:sldChg>
      <pc:sldChg chg="new del ord">
        <pc:chgData name="EDA NUR SARUHAN" userId="796a441a-389d-493a-b849-403485121362" providerId="ADAL" clId="{F50D9A46-20DF-48B3-A542-164CA64A4D0A}" dt="2024-06-24T07:15:05.569" v="166" actId="47"/>
        <pc:sldMkLst>
          <pc:docMk/>
          <pc:sldMk cId="4249559437" sldId="283"/>
        </pc:sldMkLst>
      </pc:sldChg>
      <pc:sldChg chg="modSp add mod">
        <pc:chgData name="EDA NUR SARUHAN" userId="796a441a-389d-493a-b849-403485121362" providerId="ADAL" clId="{F50D9A46-20DF-48B3-A542-164CA64A4D0A}" dt="2024-06-24T07:16:17.609" v="221"/>
        <pc:sldMkLst>
          <pc:docMk/>
          <pc:sldMk cId="2350826882" sldId="284"/>
        </pc:sldMkLst>
        <pc:spChg chg="mod">
          <ac:chgData name="EDA NUR SARUHAN" userId="796a441a-389d-493a-b849-403485121362" providerId="ADAL" clId="{F50D9A46-20DF-48B3-A542-164CA64A4D0A}" dt="2024-06-24T07:16:06.572" v="217" actId="20577"/>
          <ac:spMkLst>
            <pc:docMk/>
            <pc:sldMk cId="2350826882" sldId="284"/>
            <ac:spMk id="490" creationId="{00000000-0000-0000-0000-000000000000}"/>
          </ac:spMkLst>
        </pc:spChg>
        <pc:spChg chg="mod">
          <ac:chgData name="EDA NUR SARUHAN" userId="796a441a-389d-493a-b849-403485121362" providerId="ADAL" clId="{F50D9A46-20DF-48B3-A542-164CA64A4D0A}" dt="2024-06-24T07:16:17.609" v="221"/>
          <ac:spMkLst>
            <pc:docMk/>
            <pc:sldMk cId="2350826882" sldId="284"/>
            <ac:spMk id="493" creationId="{00000000-0000-0000-0000-000000000000}"/>
          </ac:spMkLst>
        </pc:spChg>
      </pc:sldChg>
      <pc:sldChg chg="add del">
        <pc:chgData name="EDA NUR SARUHAN" userId="796a441a-389d-493a-b849-403485121362" providerId="ADAL" clId="{F50D9A46-20DF-48B3-A542-164CA64A4D0A}" dt="2024-06-24T07:16:08.734" v="218" actId="47"/>
        <pc:sldMkLst>
          <pc:docMk/>
          <pc:sldMk cId="211967843" sldId="285"/>
        </pc:sldMkLst>
      </pc:sldChg>
      <pc:sldChg chg="modSp add mod ord">
        <pc:chgData name="EDA NUR SARUHAN" userId="796a441a-389d-493a-b849-403485121362" providerId="ADAL" clId="{F50D9A46-20DF-48B3-A542-164CA64A4D0A}" dt="2024-06-24T07:15:23.796" v="191" actId="20577"/>
        <pc:sldMkLst>
          <pc:docMk/>
          <pc:sldMk cId="1779530041" sldId="286"/>
        </pc:sldMkLst>
        <pc:spChg chg="mod">
          <ac:chgData name="EDA NUR SARUHAN" userId="796a441a-389d-493a-b849-403485121362" providerId="ADAL" clId="{F50D9A46-20DF-48B3-A542-164CA64A4D0A}" dt="2024-06-24T07:15:23.796" v="191" actId="20577"/>
          <ac:spMkLst>
            <pc:docMk/>
            <pc:sldMk cId="1779530041" sldId="286"/>
            <ac:spMk id="476" creationId="{00000000-0000-0000-0000-000000000000}"/>
          </ac:spMkLst>
        </pc:spChg>
      </pc:sldChg>
      <pc:sldChg chg="modSp add mod ord">
        <pc:chgData name="EDA NUR SARUHAN" userId="796a441a-389d-493a-b849-403485121362" providerId="ADAL" clId="{F50D9A46-20DF-48B3-A542-164CA64A4D0A}" dt="2024-06-24T07:15:51.814" v="213" actId="20577"/>
        <pc:sldMkLst>
          <pc:docMk/>
          <pc:sldMk cId="3899215332" sldId="287"/>
        </pc:sldMkLst>
        <pc:spChg chg="mod">
          <ac:chgData name="EDA NUR SARUHAN" userId="796a441a-389d-493a-b849-403485121362" providerId="ADAL" clId="{F50D9A46-20DF-48B3-A542-164CA64A4D0A}" dt="2024-06-24T07:15:51.814" v="213" actId="20577"/>
          <ac:spMkLst>
            <pc:docMk/>
            <pc:sldMk cId="3899215332" sldId="287"/>
            <ac:spMk id="476" creationId="{00000000-0000-0000-0000-000000000000}"/>
          </ac:spMkLst>
        </pc:spChg>
      </pc:sldChg>
    </pc:docChg>
  </pc:docChgLst>
  <pc:docChgLst>
    <pc:chgData name="Ipek Beril Benli" userId="S::ipek.beril.benli@undp.org::8f9c5f4b-b22c-49ff-bdd5-d07e27607437" providerId="AD" clId="Web-{BA4A98C9-4BA9-35B6-87C1-650CB67E20CB}"/>
    <pc:docChg chg="modSld">
      <pc:chgData name="Ipek Beril Benli" userId="S::ipek.beril.benli@undp.org::8f9c5f4b-b22c-49ff-bdd5-d07e27607437" providerId="AD" clId="Web-{BA4A98C9-4BA9-35B6-87C1-650CB67E20CB}" dt="2024-03-12T18:05:21.721" v="18" actId="20577"/>
      <pc:docMkLst>
        <pc:docMk/>
      </pc:docMkLst>
      <pc:sldChg chg="modSp mod modShow">
        <pc:chgData name="Ipek Beril Benli" userId="S::ipek.beril.benli@undp.org::8f9c5f4b-b22c-49ff-bdd5-d07e27607437" providerId="AD" clId="Web-{BA4A98C9-4BA9-35B6-87C1-650CB67E20CB}" dt="2024-03-12T18:04:49.986" v="12" actId="20577"/>
        <pc:sldMkLst>
          <pc:docMk/>
          <pc:sldMk cId="0" sldId="266"/>
        </pc:sldMkLst>
        <pc:spChg chg="mod">
          <ac:chgData name="Ipek Beril Benli" userId="S::ipek.beril.benli@undp.org::8f9c5f4b-b22c-49ff-bdd5-d07e27607437" providerId="AD" clId="Web-{BA4A98C9-4BA9-35B6-87C1-650CB67E20CB}" dt="2024-03-12T18:04:49.986" v="12" actId="20577"/>
          <ac:spMkLst>
            <pc:docMk/>
            <pc:sldMk cId="0" sldId="266"/>
            <ac:spMk id="630" creationId="{00000000-0000-0000-0000-000000000000}"/>
          </ac:spMkLst>
        </pc:spChg>
      </pc:sldChg>
      <pc:sldChg chg="modSp">
        <pc:chgData name="Ipek Beril Benli" userId="S::ipek.beril.benli@undp.org::8f9c5f4b-b22c-49ff-bdd5-d07e27607437" providerId="AD" clId="Web-{BA4A98C9-4BA9-35B6-87C1-650CB67E20CB}" dt="2024-03-12T18:05:21.721" v="18" actId="20577"/>
        <pc:sldMkLst>
          <pc:docMk/>
          <pc:sldMk cId="3289475291" sldId="277"/>
        </pc:sldMkLst>
        <pc:spChg chg="mod">
          <ac:chgData name="Ipek Beril Benli" userId="S::ipek.beril.benli@undp.org::8f9c5f4b-b22c-49ff-bdd5-d07e27607437" providerId="AD" clId="Web-{BA4A98C9-4BA9-35B6-87C1-650CB67E20CB}" dt="2024-03-12T18:05:21.721" v="18" actId="20577"/>
          <ac:spMkLst>
            <pc:docMk/>
            <pc:sldMk cId="3289475291" sldId="277"/>
            <ac:spMk id="13" creationId="{728E2C50-2FAD-024C-B940-DF65B0620049}"/>
          </ac:spMkLst>
        </pc:spChg>
      </pc:sldChg>
    </pc:docChg>
  </pc:docChgLst>
  <pc:docChgLst>
    <pc:chgData name="Dina Akylbekova" userId="d0186547-350c-4ee8-9f3b-afe70f175dd5" providerId="ADAL" clId="{6A4180C9-AC8C-492A-A0A8-281411F2C485}"/>
    <pc:docChg chg="custSel modSld">
      <pc:chgData name="Dina Akylbekova" userId="d0186547-350c-4ee8-9f3b-afe70f175dd5" providerId="ADAL" clId="{6A4180C9-AC8C-492A-A0A8-281411F2C485}" dt="2024-03-19T15:31:29.996" v="4" actId="1076"/>
      <pc:docMkLst>
        <pc:docMk/>
      </pc:docMkLst>
      <pc:sldChg chg="modSp mod">
        <pc:chgData name="Dina Akylbekova" userId="d0186547-350c-4ee8-9f3b-afe70f175dd5" providerId="ADAL" clId="{6A4180C9-AC8C-492A-A0A8-281411F2C485}" dt="2024-03-19T15:31:29.996" v="4" actId="1076"/>
        <pc:sldMkLst>
          <pc:docMk/>
          <pc:sldMk cId="0" sldId="266"/>
        </pc:sldMkLst>
        <pc:spChg chg="mod">
          <ac:chgData name="Dina Akylbekova" userId="d0186547-350c-4ee8-9f3b-afe70f175dd5" providerId="ADAL" clId="{6A4180C9-AC8C-492A-A0A8-281411F2C485}" dt="2024-03-19T15:31:29.996" v="4" actId="1076"/>
          <ac:spMkLst>
            <pc:docMk/>
            <pc:sldMk cId="0" sldId="266"/>
            <ac:spMk id="629" creationId="{00000000-0000-0000-0000-000000000000}"/>
          </ac:spMkLst>
        </pc:spChg>
        <pc:spChg chg="mod">
          <ac:chgData name="Dina Akylbekova" userId="d0186547-350c-4ee8-9f3b-afe70f175dd5" providerId="ADAL" clId="{6A4180C9-AC8C-492A-A0A8-281411F2C485}" dt="2024-03-19T15:31:29.996" v="4" actId="1076"/>
          <ac:spMkLst>
            <pc:docMk/>
            <pc:sldMk cId="0" sldId="266"/>
            <ac:spMk id="630" creationId="{00000000-0000-0000-0000-000000000000}"/>
          </ac:spMkLst>
        </pc:spChg>
        <pc:spChg chg="mod">
          <ac:chgData name="Dina Akylbekova" userId="d0186547-350c-4ee8-9f3b-afe70f175dd5" providerId="ADAL" clId="{6A4180C9-AC8C-492A-A0A8-281411F2C485}" dt="2024-03-19T15:31:29.996" v="4" actId="1076"/>
          <ac:spMkLst>
            <pc:docMk/>
            <pc:sldMk cId="0" sldId="266"/>
            <ac:spMk id="631" creationId="{00000000-0000-0000-0000-000000000000}"/>
          </ac:spMkLst>
        </pc:spChg>
        <pc:spChg chg="mod">
          <ac:chgData name="Dina Akylbekova" userId="d0186547-350c-4ee8-9f3b-afe70f175dd5" providerId="ADAL" clId="{6A4180C9-AC8C-492A-A0A8-281411F2C485}" dt="2024-03-19T15:31:29.996" v="4" actId="1076"/>
          <ac:spMkLst>
            <pc:docMk/>
            <pc:sldMk cId="0" sldId="266"/>
            <ac:spMk id="632" creationId="{00000000-0000-0000-0000-000000000000}"/>
          </ac:spMkLst>
        </pc:spChg>
        <pc:picChg chg="mod">
          <ac:chgData name="Dina Akylbekova" userId="d0186547-350c-4ee8-9f3b-afe70f175dd5" providerId="ADAL" clId="{6A4180C9-AC8C-492A-A0A8-281411F2C485}" dt="2024-03-19T15:31:29.996" v="4" actId="1076"/>
          <ac:picMkLst>
            <pc:docMk/>
            <pc:sldMk cId="0" sldId="266"/>
            <ac:picMk id="5" creationId="{29DD4188-84CA-D5A5-1969-925838D0F958}"/>
          </ac:picMkLst>
        </pc:picChg>
        <pc:picChg chg="mod">
          <ac:chgData name="Dina Akylbekova" userId="d0186547-350c-4ee8-9f3b-afe70f175dd5" providerId="ADAL" clId="{6A4180C9-AC8C-492A-A0A8-281411F2C485}" dt="2024-03-19T15:31:14.194" v="3" actId="14100"/>
          <ac:picMkLst>
            <pc:docMk/>
            <pc:sldMk cId="0" sldId="266"/>
            <ac:picMk id="627" creationId="{00000000-0000-0000-0000-000000000000}"/>
          </ac:picMkLst>
        </pc:picChg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3407680115" sldId="271"/>
        </pc:sldMkLst>
        <pc:spChg chg="mod">
          <ac:chgData name="Dina Akylbekova" userId="d0186547-350c-4ee8-9f3b-afe70f175dd5" providerId="ADAL" clId="{6A4180C9-AC8C-492A-A0A8-281411F2C485}" dt="2024-03-19T15:29:15.644" v="1"/>
          <ac:spMkLst>
            <pc:docMk/>
            <pc:sldMk cId="3407680115" sldId="271"/>
            <ac:spMk id="25" creationId="{B9C4A4D2-12D1-06C8-A047-0F87FEB8A1CB}"/>
          </ac:spMkLst>
        </pc:spChg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1299165562" sldId="275"/>
        </pc:sldMkLst>
        <pc:spChg chg="mod">
          <ac:chgData name="Dina Akylbekova" userId="d0186547-350c-4ee8-9f3b-afe70f175dd5" providerId="ADAL" clId="{6A4180C9-AC8C-492A-A0A8-281411F2C485}" dt="2024-03-19T15:29:15.644" v="1"/>
          <ac:spMkLst>
            <pc:docMk/>
            <pc:sldMk cId="1299165562" sldId="275"/>
            <ac:spMk id="7" creationId="{EA7B865A-D308-8954-8FF5-665EE01774B6}"/>
          </ac:spMkLst>
        </pc:spChg>
      </pc:sldChg>
      <pc:sldChg chg="modSp">
        <pc:chgData name="Dina Akylbekova" userId="d0186547-350c-4ee8-9f3b-afe70f175dd5" providerId="ADAL" clId="{6A4180C9-AC8C-492A-A0A8-281411F2C485}" dt="2024-03-19T15:29:15.644" v="1"/>
        <pc:sldMkLst>
          <pc:docMk/>
          <pc:sldMk cId="2049148930" sldId="276"/>
        </pc:sldMkLst>
        <pc:spChg chg="mod">
          <ac:chgData name="Dina Akylbekova" userId="d0186547-350c-4ee8-9f3b-afe70f175dd5" providerId="ADAL" clId="{6A4180C9-AC8C-492A-A0A8-281411F2C485}" dt="2024-03-19T15:29:15.644" v="1"/>
          <ac:spMkLst>
            <pc:docMk/>
            <pc:sldMk cId="2049148930" sldId="276"/>
            <ac:spMk id="55" creationId="{880DFDE9-EA8C-0063-FF34-03786BA8EEBD}"/>
          </ac:spMkLst>
        </pc:spChg>
      </pc:sldChg>
      <pc:sldChg chg="modSp mod">
        <pc:chgData name="Dina Akylbekova" userId="d0186547-350c-4ee8-9f3b-afe70f175dd5" providerId="ADAL" clId="{6A4180C9-AC8C-492A-A0A8-281411F2C485}" dt="2024-03-19T15:28:47.188" v="0" actId="313"/>
        <pc:sldMkLst>
          <pc:docMk/>
          <pc:sldMk cId="120320344" sldId="280"/>
        </pc:sldMkLst>
        <pc:spChg chg="mod">
          <ac:chgData name="Dina Akylbekova" userId="d0186547-350c-4ee8-9f3b-afe70f175dd5" providerId="ADAL" clId="{6A4180C9-AC8C-492A-A0A8-281411F2C485}" dt="2024-03-19T15:28:47.188" v="0" actId="313"/>
          <ac:spMkLst>
            <pc:docMk/>
            <pc:sldMk cId="120320344" sldId="280"/>
            <ac:spMk id="50" creationId="{31975DC3-9F2B-A095-B689-E232E8C24A5F}"/>
          </ac:spMkLst>
        </pc:spChg>
      </pc:sldChg>
    </pc:docChg>
  </pc:docChgLst>
  <pc:docChgLst>
    <pc:chgData name="Ipek Beril Benli" userId="S::ipek.beril.benli@undp.org::8f9c5f4b-b22c-49ff-bdd5-d07e27607437" providerId="AD" clId="Web-{8CEBC8F0-1925-8894-B66D-92D3F8EEBCA2}"/>
    <pc:docChg chg="addSld delSld">
      <pc:chgData name="Ipek Beril Benli" userId="S::ipek.beril.benli@undp.org::8f9c5f4b-b22c-49ff-bdd5-d07e27607437" providerId="AD" clId="Web-{8CEBC8F0-1925-8894-B66D-92D3F8EEBCA2}" dt="2024-03-15T12:29:17.387" v="4"/>
      <pc:docMkLst>
        <pc:docMk/>
      </pc:docMkLst>
      <pc:sldChg chg="del">
        <pc:chgData name="Ipek Beril Benli" userId="S::ipek.beril.benli@undp.org::8f9c5f4b-b22c-49ff-bdd5-d07e27607437" providerId="AD" clId="Web-{8CEBC8F0-1925-8894-B66D-92D3F8EEBCA2}" dt="2024-03-15T12:29:17.372" v="3"/>
        <pc:sldMkLst>
          <pc:docMk/>
          <pc:sldMk cId="0" sldId="264"/>
        </pc:sldMkLst>
      </pc:sldChg>
      <pc:sldChg chg="del">
        <pc:chgData name="Ipek Beril Benli" userId="S::ipek.beril.benli@undp.org::8f9c5f4b-b22c-49ff-bdd5-d07e27607437" providerId="AD" clId="Web-{8CEBC8F0-1925-8894-B66D-92D3F8EEBCA2}" dt="2024-03-15T12:29:17.387" v="4"/>
        <pc:sldMkLst>
          <pc:docMk/>
          <pc:sldMk cId="0" sldId="267"/>
        </pc:sldMkLst>
      </pc:sldChg>
      <pc:sldChg chg="delCm">
        <pc:chgData name="Ipek Beril Benli" userId="S::ipek.beril.benli@undp.org::8f9c5f4b-b22c-49ff-bdd5-d07e27607437" providerId="AD" clId="Web-{8CEBC8F0-1925-8894-B66D-92D3F8EEBCA2}" dt="2024-03-15T12:27:56.634" v="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6.634" v="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Cm">
        <pc:chgData name="Ipek Beril Benli" userId="S::ipek.beril.benli@undp.org::8f9c5f4b-b22c-49ff-bdd5-d07e27607437" providerId="AD" clId="Web-{8CEBC8F0-1925-8894-B66D-92D3F8EEBCA2}" dt="2024-03-15T12:27:51.337" v="0"/>
        <pc:sldMkLst>
          <pc:docMk/>
          <pc:sldMk cId="2496000186" sldId="278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del">
              <pc226:chgData name="Ipek Beril Benli" userId="S::ipek.beril.benli@undp.org::8f9c5f4b-b22c-49ff-bdd5-d07e27607437" providerId="AD" clId="Web-{8CEBC8F0-1925-8894-B66D-92D3F8EEBCA2}" dt="2024-03-15T12:27:51.337" v="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  <pc:sldChg chg="add">
        <pc:chgData name="Ipek Beril Benli" userId="S::ipek.beril.benli@undp.org::8f9c5f4b-b22c-49ff-bdd5-d07e27607437" providerId="AD" clId="Web-{8CEBC8F0-1925-8894-B66D-92D3F8EEBCA2}" dt="2024-03-15T12:29:03.262" v="2"/>
        <pc:sldMkLst>
          <pc:docMk/>
          <pc:sldMk cId="950368928" sldId="279"/>
        </pc:sldMkLst>
      </pc:sldChg>
    </pc:docChg>
  </pc:docChgLst>
  <pc:docChgLst>
    <pc:chgData name="Ipek Beril Benli" userId="S::ipek.beril.benli@undp.org::8f9c5f4b-b22c-49ff-bdd5-d07e27607437" providerId="AD" clId="Web-{70C7BC07-BB33-76A1-341B-B125B7987719}"/>
    <pc:docChg chg="modSld">
      <pc:chgData name="Ipek Beril Benli" userId="S::ipek.beril.benli@undp.org::8f9c5f4b-b22c-49ff-bdd5-d07e27607437" providerId="AD" clId="Web-{70C7BC07-BB33-76A1-341B-B125B7987719}" dt="2024-03-13T12:29:03.866" v="30" actId="1076"/>
      <pc:docMkLst>
        <pc:docMk/>
      </pc:docMkLst>
      <pc:sldChg chg="addSp delSp modSp">
        <pc:chgData name="Ipek Beril Benli" userId="S::ipek.beril.benli@undp.org::8f9c5f4b-b22c-49ff-bdd5-d07e27607437" providerId="AD" clId="Web-{70C7BC07-BB33-76A1-341B-B125B7987719}" dt="2024-03-13T12:29:03.866" v="30" actId="1076"/>
        <pc:sldMkLst>
          <pc:docMk/>
          <pc:sldMk cId="2496000186" sldId="278"/>
        </pc:sldMkLst>
        <pc:spChg chg="del">
          <ac:chgData name="Ipek Beril Benli" userId="S::ipek.beril.benli@undp.org::8f9c5f4b-b22c-49ff-bdd5-d07e27607437" providerId="AD" clId="Web-{70C7BC07-BB33-76A1-341B-B125B7987719}" dt="2024-03-13T12:25:43.108" v="12"/>
          <ac:spMkLst>
            <pc:docMk/>
            <pc:sldMk cId="2496000186" sldId="278"/>
            <ac:spMk id="11" creationId="{ED9C0227-9F70-3620-FB4B-9F93D716E793}"/>
          </ac:spMkLst>
        </pc:spChg>
        <pc:spChg chg="mod">
          <ac:chgData name="Ipek Beril Benli" userId="S::ipek.beril.benli@undp.org::8f9c5f4b-b22c-49ff-bdd5-d07e27607437" providerId="AD" clId="Web-{70C7BC07-BB33-76A1-341B-B125B7987719}" dt="2024-03-13T12:29:03.866" v="30" actId="1076"/>
          <ac:spMkLst>
            <pc:docMk/>
            <pc:sldMk cId="2496000186" sldId="278"/>
            <ac:spMk id="17" creationId="{1ED2B680-313A-C5B4-B6DE-5558729EBDBC}"/>
          </ac:spMkLst>
        </pc:spChg>
        <pc:spChg chg="mod">
          <ac:chgData name="Ipek Beril Benli" userId="S::ipek.beril.benli@undp.org::8f9c5f4b-b22c-49ff-bdd5-d07e27607437" providerId="AD" clId="Web-{70C7BC07-BB33-76A1-341B-B125B7987719}" dt="2024-03-13T12:29:00.165" v="29" actId="1076"/>
          <ac:spMkLst>
            <pc:docMk/>
            <pc:sldMk cId="2496000186" sldId="278"/>
            <ac:spMk id="32" creationId="{ED9C0227-9F70-3620-FB4B-9F93D716E793}"/>
          </ac:spMkLst>
        </pc:spChg>
        <pc:picChg chg="add mod">
          <ac:chgData name="Ipek Beril Benli" userId="S::ipek.beril.benli@undp.org::8f9c5f4b-b22c-49ff-bdd5-d07e27607437" providerId="AD" clId="Web-{70C7BC07-BB33-76A1-341B-B125B7987719}" dt="2024-03-13T12:26:12.718" v="22" actId="1076"/>
          <ac:picMkLst>
            <pc:docMk/>
            <pc:sldMk cId="2496000186" sldId="278"/>
            <ac:picMk id="7" creationId="{F3E68E8E-E241-A433-3899-02FE5CB6CBD5}"/>
          </ac:picMkLst>
        </pc:picChg>
        <pc:picChg chg="del">
          <ac:chgData name="Ipek Beril Benli" userId="S::ipek.beril.benli@undp.org::8f9c5f4b-b22c-49ff-bdd5-d07e27607437" providerId="AD" clId="Web-{70C7BC07-BB33-76A1-341B-B125B7987719}" dt="2024-03-13T12:24:59.638" v="5"/>
          <ac:picMkLst>
            <pc:docMk/>
            <pc:sldMk cId="2496000186" sldId="278"/>
            <ac:picMk id="37" creationId="{6A0C88B0-0DD8-7690-400D-E3A68D67ABCD}"/>
          </ac:picMkLst>
        </pc:picChg>
        <pc:cxnChg chg="mod">
          <ac:chgData name="Ipek Beril Benli" userId="S::ipek.beril.benli@undp.org::8f9c5f4b-b22c-49ff-bdd5-d07e27607437" providerId="AD" clId="Web-{70C7BC07-BB33-76A1-341B-B125B7987719}" dt="2024-03-13T12:26:18.016" v="23" actId="1076"/>
          <ac:cxnSpMkLst>
            <pc:docMk/>
            <pc:sldMk cId="2496000186" sldId="278"/>
            <ac:cxnSpMk id="42" creationId="{43543C25-EE54-3503-A4A7-0A14A92D4C7A}"/>
          </ac:cxnSpMkLst>
        </pc:cxnChg>
      </pc:sldChg>
    </pc:docChg>
  </pc:docChgLst>
  <pc:docChgLst>
    <pc:chgData name="Ipek Beril Benli" userId="S::ipek.beril.benli@undp.org::8f9c5f4b-b22c-49ff-bdd5-d07e27607437" providerId="AD" clId="Web-{683A36E5-4E3E-43CE-6D21-84A5124529EF}"/>
    <pc:docChg chg="modSld">
      <pc:chgData name="Ipek Beril Benli" userId="S::ipek.beril.benli@undp.org::8f9c5f4b-b22c-49ff-bdd5-d07e27607437" providerId="AD" clId="Web-{683A36E5-4E3E-43CE-6D21-84A5124529EF}" dt="2024-04-14T15:57:37.904" v="17" actId="1076"/>
      <pc:docMkLst>
        <pc:docMk/>
      </pc:docMkLst>
      <pc:sldChg chg="modSp">
        <pc:chgData name="Ipek Beril Benli" userId="S::ipek.beril.benli@undp.org::8f9c5f4b-b22c-49ff-bdd5-d07e27607437" providerId="AD" clId="Web-{683A36E5-4E3E-43CE-6D21-84A5124529EF}" dt="2024-04-14T15:57:37.904" v="17" actId="1076"/>
        <pc:sldMkLst>
          <pc:docMk/>
          <pc:sldMk cId="120320344" sldId="280"/>
        </pc:sldMkLst>
        <pc:spChg chg="mod">
          <ac:chgData name="Ipek Beril Benli" userId="S::ipek.beril.benli@undp.org::8f9c5f4b-b22c-49ff-bdd5-d07e27607437" providerId="AD" clId="Web-{683A36E5-4E3E-43CE-6D21-84A5124529EF}" dt="2024-04-14T15:57:09.091" v="8" actId="1076"/>
          <ac:spMkLst>
            <pc:docMk/>
            <pc:sldMk cId="120320344" sldId="280"/>
            <ac:spMk id="6" creationId="{729907CF-28C8-76FC-F272-DD22902DCB61}"/>
          </ac:spMkLst>
        </pc:spChg>
        <pc:spChg chg="mod">
          <ac:chgData name="Ipek Beril Benli" userId="S::ipek.beril.benli@undp.org::8f9c5f4b-b22c-49ff-bdd5-d07e27607437" providerId="AD" clId="Web-{683A36E5-4E3E-43CE-6D21-84A5124529EF}" dt="2024-04-14T15:57:18.653" v="11" actId="1076"/>
          <ac:spMkLst>
            <pc:docMk/>
            <pc:sldMk cId="120320344" sldId="280"/>
            <ac:spMk id="9" creationId="{D7C8A5E2-1CDB-34A1-4F44-C5E9A4E6D0E3}"/>
          </ac:spMkLst>
        </pc:spChg>
        <pc:spChg chg="mod">
          <ac:chgData name="Ipek Beril Benli" userId="S::ipek.beril.benli@undp.org::8f9c5f4b-b22c-49ff-bdd5-d07e27607437" providerId="AD" clId="Web-{683A36E5-4E3E-43CE-6D21-84A5124529EF}" dt="2024-04-14T15:57:37.904" v="16" actId="1076"/>
          <ac:spMkLst>
            <pc:docMk/>
            <pc:sldMk cId="120320344" sldId="280"/>
            <ac:spMk id="17" creationId="{1ED2B680-313A-C5B4-B6DE-5558729EBDBC}"/>
          </ac:spMkLst>
        </pc:spChg>
        <pc:spChg chg="mod">
          <ac:chgData name="Ipek Beril Benli" userId="S::ipek.beril.benli@undp.org::8f9c5f4b-b22c-49ff-bdd5-d07e27607437" providerId="AD" clId="Web-{683A36E5-4E3E-43CE-6D21-84A5124529EF}" dt="2024-04-14T15:57:37.904" v="17" actId="1076"/>
          <ac:spMkLst>
            <pc:docMk/>
            <pc:sldMk cId="120320344" sldId="280"/>
            <ac:spMk id="32" creationId="{ED9C0227-9F70-3620-FB4B-9F93D716E793}"/>
          </ac:spMkLst>
        </pc:spChg>
        <pc:picChg chg="mod">
          <ac:chgData name="Ipek Beril Benli" userId="S::ipek.beril.benli@undp.org::8f9c5f4b-b22c-49ff-bdd5-d07e27607437" providerId="AD" clId="Web-{683A36E5-4E3E-43CE-6D21-84A5124529EF}" dt="2024-04-14T15:57:31.075" v="15" actId="1076"/>
          <ac:picMkLst>
            <pc:docMk/>
            <pc:sldMk cId="120320344" sldId="280"/>
            <ac:picMk id="7" creationId="{F3E68E8E-E241-A433-3899-02FE5CB6CBD5}"/>
          </ac:picMkLst>
        </pc:picChg>
        <pc:picChg chg="mod">
          <ac:chgData name="Ipek Beril Benli" userId="S::ipek.beril.benli@undp.org::8f9c5f4b-b22c-49ff-bdd5-d07e27607437" providerId="AD" clId="Web-{683A36E5-4E3E-43CE-6D21-84A5124529EF}" dt="2024-04-14T15:56:59.606" v="5" actId="1076"/>
          <ac:picMkLst>
            <pc:docMk/>
            <pc:sldMk cId="120320344" sldId="280"/>
            <ac:picMk id="29" creationId="{CD8F48FF-6BE3-6F16-C566-35970E0E71DA}"/>
          </ac:picMkLst>
        </pc:picChg>
        <pc:cxnChg chg="mod">
          <ac:chgData name="Ipek Beril Benli" userId="S::ipek.beril.benli@undp.org::8f9c5f4b-b22c-49ff-bdd5-d07e27607437" providerId="AD" clId="Web-{683A36E5-4E3E-43CE-6D21-84A5124529EF}" dt="2024-04-14T15:56:50.372" v="3" actId="1076"/>
          <ac:cxnSpMkLst>
            <pc:docMk/>
            <pc:sldMk cId="120320344" sldId="280"/>
            <ac:cxnSpMk id="55" creationId="{1EC39BDE-F794-9763-E9BB-6F366B1A9352}"/>
          </ac:cxnSpMkLst>
        </pc:cxnChg>
      </pc:sldChg>
    </pc:docChg>
  </pc:docChgLst>
  <pc:docChgLst>
    <pc:chgData name="Ipek Beril Benli" userId="S::ipek.beril.benli@undp.org::8f9c5f4b-b22c-49ff-bdd5-d07e27607437" providerId="AD" clId="Web-{5968C962-A29A-6388-5E21-A35FFA8A3C35}"/>
    <pc:docChg chg="modSld">
      <pc:chgData name="Ipek Beril Benli" userId="S::ipek.beril.benli@undp.org::8f9c5f4b-b22c-49ff-bdd5-d07e27607437" providerId="AD" clId="Web-{5968C962-A29A-6388-5E21-A35FFA8A3C35}" dt="2024-04-08T06:50:15.233" v="3"/>
      <pc:docMkLst>
        <pc:docMk/>
      </pc:docMkLst>
      <pc:sldChg chg="mod modShow">
        <pc:chgData name="Ipek Beril Benli" userId="S::ipek.beril.benli@undp.org::8f9c5f4b-b22c-49ff-bdd5-d07e27607437" providerId="AD" clId="Web-{5968C962-A29A-6388-5E21-A35FFA8A3C35}" dt="2024-04-08T06:50:15.233" v="3"/>
        <pc:sldMkLst>
          <pc:docMk/>
          <pc:sldMk cId="2049148930" sldId="276"/>
        </pc:sldMkLst>
      </pc:sldChg>
      <pc:sldChg chg="modSp">
        <pc:chgData name="Ipek Beril Benli" userId="S::ipek.beril.benli@undp.org::8f9c5f4b-b22c-49ff-bdd5-d07e27607437" providerId="AD" clId="Web-{5968C962-A29A-6388-5E21-A35FFA8A3C35}" dt="2024-04-08T06:49:43.092" v="2" actId="20577"/>
        <pc:sldMkLst>
          <pc:docMk/>
          <pc:sldMk cId="3289475291" sldId="277"/>
        </pc:sldMkLst>
        <pc:spChg chg="mod">
          <ac:chgData name="Ipek Beril Benli" userId="S::ipek.beril.benli@undp.org::8f9c5f4b-b22c-49ff-bdd5-d07e27607437" providerId="AD" clId="Web-{5968C962-A29A-6388-5E21-A35FFA8A3C35}" dt="2024-04-08T06:49:43.092" v="2" actId="20577"/>
          <ac:spMkLst>
            <pc:docMk/>
            <pc:sldMk cId="3289475291" sldId="277"/>
            <ac:spMk id="13" creationId="{728E2C50-2FAD-024C-B940-DF65B0620049}"/>
          </ac:spMkLst>
        </pc:spChg>
      </pc:sldChg>
    </pc:docChg>
  </pc:docChgLst>
  <pc:docChgLst>
    <pc:chgData name="Ipek Beril Benli" userId="S::ipek.beril.benli@undp.org::8f9c5f4b-b22c-49ff-bdd5-d07e27607437" providerId="AD" clId="Web-{5101508F-0DAE-05F4-18B8-3033C3A7817F}"/>
    <pc:docChg chg="delSld">
      <pc:chgData name="Ipek Beril Benli" userId="S::ipek.beril.benli@undp.org::8f9c5f4b-b22c-49ff-bdd5-d07e27607437" providerId="AD" clId="Web-{5101508F-0DAE-05F4-18B8-3033C3A7817F}" dt="2024-03-19T09:16:41.707" v="0"/>
      <pc:docMkLst>
        <pc:docMk/>
      </pc:docMkLst>
      <pc:sldChg chg="del">
        <pc:chgData name="Ipek Beril Benli" userId="S::ipek.beril.benli@undp.org::8f9c5f4b-b22c-49ff-bdd5-d07e27607437" providerId="AD" clId="Web-{5101508F-0DAE-05F4-18B8-3033C3A7817F}" dt="2024-03-19T09:16:41.707" v="0"/>
        <pc:sldMkLst>
          <pc:docMk/>
          <pc:sldMk cId="2496000186" sldId="278"/>
        </pc:sldMkLst>
      </pc:sldChg>
    </pc:docChg>
  </pc:docChgLst>
  <pc:docChgLst>
    <pc:chgData name="Ipek Beril Benli" userId="S::ipek.beril.benli@undp.org::8f9c5f4b-b22c-49ff-bdd5-d07e27607437" providerId="AD" clId="Web-{A699159B-CA30-B18E-23CC-B0705FD50A34}"/>
    <pc:docChg chg="addSld delSld modSld sldOrd">
      <pc:chgData name="Ipek Beril Benli" userId="S::ipek.beril.benli@undp.org::8f9c5f4b-b22c-49ff-bdd5-d07e27607437" providerId="AD" clId="Web-{A699159B-CA30-B18E-23CC-B0705FD50A34}" dt="2024-03-05T08:06:25.540" v="56" actId="1076"/>
      <pc:docMkLst>
        <pc:docMk/>
      </pc:docMkLst>
      <pc:sldChg chg="del">
        <pc:chgData name="Ipek Beril Benli" userId="S::ipek.beril.benli@undp.org::8f9c5f4b-b22c-49ff-bdd5-d07e27607437" providerId="AD" clId="Web-{A699159B-CA30-B18E-23CC-B0705FD50A34}" dt="2024-03-05T07:54:59.483" v="14"/>
        <pc:sldMkLst>
          <pc:docMk/>
          <pc:sldMk cId="0" sldId="261"/>
        </pc:sldMkLst>
      </pc:sldChg>
      <pc:sldChg chg="del">
        <pc:chgData name="Ipek Beril Benli" userId="S::ipek.beril.benli@undp.org::8f9c5f4b-b22c-49ff-bdd5-d07e27607437" providerId="AD" clId="Web-{A699159B-CA30-B18E-23CC-B0705FD50A34}" dt="2024-03-05T07:52:51.916" v="0"/>
        <pc:sldMkLst>
          <pc:docMk/>
          <pc:sldMk cId="0" sldId="262"/>
        </pc:sldMkLst>
      </pc:sldChg>
      <pc:sldChg chg="ord">
        <pc:chgData name="Ipek Beril Benli" userId="S::ipek.beril.benli@undp.org::8f9c5f4b-b22c-49ff-bdd5-d07e27607437" providerId="AD" clId="Web-{A699159B-CA30-B18E-23CC-B0705FD50A34}" dt="2024-03-05T08:03:25.642" v="32"/>
        <pc:sldMkLst>
          <pc:docMk/>
          <pc:sldMk cId="0" sldId="266"/>
        </pc:sldMkLst>
      </pc:sldChg>
      <pc:sldChg chg="modSp">
        <pc:chgData name="Ipek Beril Benli" userId="S::ipek.beril.benli@undp.org::8f9c5f4b-b22c-49ff-bdd5-d07e27607437" providerId="AD" clId="Web-{A699159B-CA30-B18E-23CC-B0705FD50A34}" dt="2024-03-05T07:55:27.312" v="18" actId="1076"/>
        <pc:sldMkLst>
          <pc:docMk/>
          <pc:sldMk cId="2362704423" sldId="269"/>
        </pc:sldMkLst>
        <pc:spChg chg="mod">
          <ac:chgData name="Ipek Beril Benli" userId="S::ipek.beril.benli@undp.org::8f9c5f4b-b22c-49ff-bdd5-d07e27607437" providerId="AD" clId="Web-{A699159B-CA30-B18E-23CC-B0705FD50A34}" dt="2024-03-05T07:55:27.312" v="18" actId="1076"/>
          <ac:spMkLst>
            <pc:docMk/>
            <pc:sldMk cId="2362704423" sldId="269"/>
            <ac:spMk id="138" creationId="{00000000-0000-0000-0000-000000000000}"/>
          </ac:spMkLst>
        </pc:spChg>
      </pc:sldChg>
      <pc:sldChg chg="modSp">
        <pc:chgData name="Ipek Beril Benli" userId="S::ipek.beril.benli@undp.org::8f9c5f4b-b22c-49ff-bdd5-d07e27607437" providerId="AD" clId="Web-{A699159B-CA30-B18E-23CC-B0705FD50A34}" dt="2024-03-05T08:06:25.540" v="56" actId="1076"/>
        <pc:sldMkLst>
          <pc:docMk/>
          <pc:sldMk cId="3407680115" sldId="271"/>
        </pc:sldMkLst>
        <pc:spChg chg="mod">
          <ac:chgData name="Ipek Beril Benli" userId="S::ipek.beril.benli@undp.org::8f9c5f4b-b22c-49ff-bdd5-d07e27607437" providerId="AD" clId="Web-{A699159B-CA30-B18E-23CC-B0705FD50A34}" dt="2024-03-05T08:06:16.696" v="51" actId="1076"/>
          <ac:spMkLst>
            <pc:docMk/>
            <pc:sldMk cId="3407680115" sldId="271"/>
            <ac:spMk id="23" creationId="{7ABA30FF-22D4-18E7-143D-700696D7D1E9}"/>
          </ac:spMkLst>
        </pc:spChg>
        <pc:spChg chg="mod">
          <ac:chgData name="Ipek Beril Benli" userId="S::ipek.beril.benli@undp.org::8f9c5f4b-b22c-49ff-bdd5-d07e27607437" providerId="AD" clId="Web-{A699159B-CA30-B18E-23CC-B0705FD50A34}" dt="2024-03-05T08:06:16.711" v="52" actId="1076"/>
          <ac:spMkLst>
            <pc:docMk/>
            <pc:sldMk cId="3407680115" sldId="271"/>
            <ac:spMk id="25" creationId="{B9C4A4D2-12D1-06C8-A047-0F87FEB8A1CB}"/>
          </ac:spMkLst>
        </pc:spChg>
        <pc:spChg chg="mod">
          <ac:chgData name="Ipek Beril Benli" userId="S::ipek.beril.benli@undp.org::8f9c5f4b-b22c-49ff-bdd5-d07e27607437" providerId="AD" clId="Web-{A699159B-CA30-B18E-23CC-B0705FD50A34}" dt="2024-03-05T08:06:10.711" v="48" actId="1076"/>
          <ac:spMkLst>
            <pc:docMk/>
            <pc:sldMk cId="3407680115" sldId="271"/>
            <ac:spMk id="26" creationId="{F50F6FFD-7D7A-BC65-960D-62662831C741}"/>
          </ac:spMkLst>
        </pc:spChg>
        <pc:spChg chg="mod">
          <ac:chgData name="Ipek Beril Benli" userId="S::ipek.beril.benli@undp.org::8f9c5f4b-b22c-49ff-bdd5-d07e27607437" providerId="AD" clId="Web-{A699159B-CA30-B18E-23CC-B0705FD50A34}" dt="2024-03-05T08:06:10.727" v="49" actId="1076"/>
          <ac:spMkLst>
            <pc:docMk/>
            <pc:sldMk cId="3407680115" sldId="271"/>
            <ac:spMk id="27" creationId="{C5E07AF1-5E71-6EE3-27BE-4B62BF924E85}"/>
          </ac:spMkLst>
        </pc:spChg>
        <pc:picChg chg="mod">
          <ac:chgData name="Ipek Beril Benli" userId="S::ipek.beril.benli@undp.org::8f9c5f4b-b22c-49ff-bdd5-d07e27607437" providerId="AD" clId="Web-{A699159B-CA30-B18E-23CC-B0705FD50A34}" dt="2024-03-05T08:06:10.727" v="50" actId="1076"/>
          <ac:picMkLst>
            <pc:docMk/>
            <pc:sldMk cId="3407680115" sldId="271"/>
            <ac:picMk id="2" creationId="{17C681C2-C322-E587-070C-56321F5137DB}"/>
          </ac:picMkLst>
        </pc:picChg>
        <pc:picChg chg="mod">
          <ac:chgData name="Ipek Beril Benli" userId="S::ipek.beril.benli@undp.org::8f9c5f4b-b22c-49ff-bdd5-d07e27607437" providerId="AD" clId="Web-{A699159B-CA30-B18E-23CC-B0705FD50A34}" dt="2024-03-05T08:06:16.727" v="53" actId="1076"/>
          <ac:picMkLst>
            <pc:docMk/>
            <pc:sldMk cId="3407680115" sldId="271"/>
            <ac:picMk id="11" creationId="{41638C66-21DA-EB15-BE9D-B46AD894E8BD}"/>
          </ac:picMkLst>
        </pc:picChg>
        <pc:picChg chg="mod">
          <ac:chgData name="Ipek Beril Benli" userId="S::ipek.beril.benli@undp.org::8f9c5f4b-b22c-49ff-bdd5-d07e27607437" providerId="AD" clId="Web-{A699159B-CA30-B18E-23CC-B0705FD50A34}" dt="2024-03-05T08:06:23.680" v="55" actId="1076"/>
          <ac:picMkLst>
            <pc:docMk/>
            <pc:sldMk cId="3407680115" sldId="271"/>
            <ac:picMk id="41" creationId="{D145DACF-BA3E-A6C1-B4BD-C1D944A163AB}"/>
          </ac:picMkLst>
        </pc:picChg>
        <pc:picChg chg="mod">
          <ac:chgData name="Ipek Beril Benli" userId="S::ipek.beril.benli@undp.org::8f9c5f4b-b22c-49ff-bdd5-d07e27607437" providerId="AD" clId="Web-{A699159B-CA30-B18E-23CC-B0705FD50A34}" dt="2024-03-05T08:06:25.540" v="56" actId="1076"/>
          <ac:picMkLst>
            <pc:docMk/>
            <pc:sldMk cId="3407680115" sldId="271"/>
            <ac:picMk id="42" creationId="{E4E49CE2-F6B7-B308-4F51-2F8866ED1212}"/>
          </ac:picMkLst>
        </pc:picChg>
        <pc:picChg chg="mod">
          <ac:chgData name="Ipek Beril Benli" userId="S::ipek.beril.benli@undp.org::8f9c5f4b-b22c-49ff-bdd5-d07e27607437" providerId="AD" clId="Web-{A699159B-CA30-B18E-23CC-B0705FD50A34}" dt="2024-03-05T08:06:22.664" v="54" actId="1076"/>
          <ac:picMkLst>
            <pc:docMk/>
            <pc:sldMk cId="3407680115" sldId="271"/>
            <ac:picMk id="43" creationId="{D187D84D-D20D-00B8-00F0-9B93F88E8DD0}"/>
          </ac:picMkLst>
        </pc:picChg>
      </pc:sldChg>
      <pc:sldChg chg="addCm">
        <pc:chgData name="Ipek Beril Benli" userId="S::ipek.beril.benli@undp.org::8f9c5f4b-b22c-49ff-bdd5-d07e27607437" providerId="AD" clId="Web-{A699159B-CA30-B18E-23CC-B0705FD50A34}" dt="2024-03-05T07:59:24.727" v="31"/>
        <pc:sldMkLst>
          <pc:docMk/>
          <pc:sldMk cId="3100614976" sldId="273"/>
        </pc:sldMkLst>
        <pc:extLst>
          <p:ext xmlns:p="http://schemas.openxmlformats.org/presentationml/2006/main" uri="{D6D511B9-2390-475A-947B-AFAB55BFBCF1}">
            <pc226:cmChg xmlns=""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9:24.727" v="31"/>
              <pc2:cmMkLst xmlns:pc2="http://schemas.microsoft.com/office/powerpoint/2019/9/main/command">
                <pc:docMk/>
                <pc:sldMk cId="3100614976" sldId="273"/>
                <pc2:cmMk id="{0760F27F-A6EA-43CB-87F1-435D928619FF}"/>
              </pc2:cmMkLst>
            </pc226:cmChg>
          </p:ext>
        </pc:extLst>
      </pc:sldChg>
      <pc:sldChg chg="delSp modSp">
        <pc:chgData name="Ipek Beril Benli" userId="S::ipek.beril.benli@undp.org::8f9c5f4b-b22c-49ff-bdd5-d07e27607437" providerId="AD" clId="Web-{A699159B-CA30-B18E-23CC-B0705FD50A34}" dt="2024-03-05T07:56:10.048" v="28"/>
        <pc:sldMkLst>
          <pc:docMk/>
          <pc:sldMk cId="2049148930" sldId="276"/>
        </pc:sldMkLst>
        <pc:spChg chg="del">
          <ac:chgData name="Ipek Beril Benli" userId="S::ipek.beril.benli@undp.org::8f9c5f4b-b22c-49ff-bdd5-d07e27607437" providerId="AD" clId="Web-{A699159B-CA30-B18E-23CC-B0705FD50A34}" dt="2024-03-05T07:55:41.031" v="19"/>
          <ac:spMkLst>
            <pc:docMk/>
            <pc:sldMk cId="2049148930" sldId="276"/>
            <ac:spMk id="56" creationId="{AAA9756B-A6D9-87E4-0397-05AFBE93A0FE}"/>
          </ac:spMkLst>
        </pc:spChg>
        <pc:spChg chg="del">
          <ac:chgData name="Ipek Beril Benli" userId="S::ipek.beril.benli@undp.org::8f9c5f4b-b22c-49ff-bdd5-d07e27607437" providerId="AD" clId="Web-{A699159B-CA30-B18E-23CC-B0705FD50A34}" dt="2024-03-05T07:55:43.922" v="20"/>
          <ac:spMkLst>
            <pc:docMk/>
            <pc:sldMk cId="2049148930" sldId="276"/>
            <ac:spMk id="59" creationId="{8FB5117D-9F42-A305-C31F-8057A7FA5EE2}"/>
          </ac:spMkLst>
        </pc:spChg>
        <pc:spChg chg="del">
          <ac:chgData name="Ipek Beril Benli" userId="S::ipek.beril.benli@undp.org::8f9c5f4b-b22c-49ff-bdd5-d07e27607437" providerId="AD" clId="Web-{A699159B-CA30-B18E-23CC-B0705FD50A34}" dt="2024-03-05T07:55:46.469" v="21"/>
          <ac:spMkLst>
            <pc:docMk/>
            <pc:sldMk cId="2049148930" sldId="276"/>
            <ac:spMk id="61" creationId="{075AD72F-1CBF-1BA0-C9E3-B496B2429EDA}"/>
          </ac:spMkLst>
        </pc:spChg>
        <pc:spChg chg="del">
          <ac:chgData name="Ipek Beril Benli" userId="S::ipek.beril.benli@undp.org::8f9c5f4b-b22c-49ff-bdd5-d07e27607437" providerId="AD" clId="Web-{A699159B-CA30-B18E-23CC-B0705FD50A34}" dt="2024-03-05T07:55:48.891" v="22"/>
          <ac:spMkLst>
            <pc:docMk/>
            <pc:sldMk cId="2049148930" sldId="276"/>
            <ac:spMk id="65" creationId="{28D56CDB-DE66-044E-A5AF-30E4F8442B3A}"/>
          </ac:spMkLst>
        </pc:spChg>
        <pc:spChg chg="del">
          <ac:chgData name="Ipek Beril Benli" userId="S::ipek.beril.benli@undp.org::8f9c5f4b-b22c-49ff-bdd5-d07e27607437" providerId="AD" clId="Web-{A699159B-CA30-B18E-23CC-B0705FD50A34}" dt="2024-03-05T07:55:50.985" v="23"/>
          <ac:spMkLst>
            <pc:docMk/>
            <pc:sldMk cId="2049148930" sldId="276"/>
            <ac:spMk id="68" creationId="{6E1AF9F0-79AB-3F42-43FD-B7D03153E4C2}"/>
          </ac:spMkLst>
        </pc:spChg>
        <pc:spChg chg="del">
          <ac:chgData name="Ipek Beril Benli" userId="S::ipek.beril.benli@undp.org::8f9c5f4b-b22c-49ff-bdd5-d07e27607437" providerId="AD" clId="Web-{A699159B-CA30-B18E-23CC-B0705FD50A34}" dt="2024-03-05T07:55:53.985" v="24"/>
          <ac:spMkLst>
            <pc:docMk/>
            <pc:sldMk cId="2049148930" sldId="276"/>
            <ac:spMk id="70" creationId="{B627DA20-2916-F29C-FD77-6D332B31033D}"/>
          </ac:spMkLst>
        </pc:spChg>
        <pc:spChg chg="del mod">
          <ac:chgData name="Ipek Beril Benli" userId="S::ipek.beril.benli@undp.org::8f9c5f4b-b22c-49ff-bdd5-d07e27607437" providerId="AD" clId="Web-{A699159B-CA30-B18E-23CC-B0705FD50A34}" dt="2024-03-05T07:55:59.704" v="26"/>
          <ac:spMkLst>
            <pc:docMk/>
            <pc:sldMk cId="2049148930" sldId="276"/>
            <ac:spMk id="72" creationId="{D63D5E15-FDE2-86D1-22E3-E42AAE9D342D}"/>
          </ac:spMkLst>
        </pc:spChg>
        <pc:spChg chg="del">
          <ac:chgData name="Ipek Beril Benli" userId="S::ipek.beril.benli@undp.org::8f9c5f4b-b22c-49ff-bdd5-d07e27607437" providerId="AD" clId="Web-{A699159B-CA30-B18E-23CC-B0705FD50A34}" dt="2024-03-05T07:56:05.735" v="27"/>
          <ac:spMkLst>
            <pc:docMk/>
            <pc:sldMk cId="2049148930" sldId="276"/>
            <ac:spMk id="76" creationId="{2BAD13C1-B6E1-655E-C00C-C1BD65338B31}"/>
          </ac:spMkLst>
        </pc:spChg>
        <pc:inkChg chg="del">
          <ac:chgData name="Ipek Beril Benli" userId="S::ipek.beril.benli@undp.org::8f9c5f4b-b22c-49ff-bdd5-d07e27607437" providerId="AD" clId="Web-{A699159B-CA30-B18E-23CC-B0705FD50A34}" dt="2024-03-05T07:56:10.048" v="28"/>
          <ac:inkMkLst>
            <pc:docMk/>
            <pc:sldMk cId="2049148930" sldId="276"/>
            <ac:inkMk id="4" creationId="{1042CC3B-13AA-FB27-8696-DB4FB2496303}"/>
          </ac:inkMkLst>
        </pc:inkChg>
      </pc:sldChg>
      <pc:sldChg chg="addSp modSp add del">
        <pc:chgData name="Ipek Beril Benli" userId="S::ipek.beril.benli@undp.org::8f9c5f4b-b22c-49ff-bdd5-d07e27607437" providerId="AD" clId="Web-{A699159B-CA30-B18E-23CC-B0705FD50A34}" dt="2024-03-05T07:54:08.700" v="10"/>
        <pc:sldMkLst>
          <pc:docMk/>
          <pc:sldMk cId="3289475291" sldId="277"/>
        </pc:sldMkLst>
        <pc:spChg chg="add">
          <ac:chgData name="Ipek Beril Benli" userId="S::ipek.beril.benli@undp.org::8f9c5f4b-b22c-49ff-bdd5-d07e27607437" providerId="AD" clId="Web-{A699159B-CA30-B18E-23CC-B0705FD50A34}" dt="2024-03-05T07:53:35.699" v="6"/>
          <ac:spMkLst>
            <pc:docMk/>
            <pc:sldMk cId="3289475291" sldId="277"/>
            <ac:spMk id="4" creationId="{C27CDA04-DD0F-B186-2DEF-4E42BB95E3E7}"/>
          </ac:spMkLst>
        </pc:spChg>
        <pc:spChg chg="mod">
          <ac:chgData name="Ipek Beril Benli" userId="S::ipek.beril.benli@undp.org::8f9c5f4b-b22c-49ff-bdd5-d07e27607437" providerId="AD" clId="Web-{A699159B-CA30-B18E-23CC-B0705FD50A34}" dt="2024-03-05T07:53:54.996" v="8" actId="20577"/>
          <ac:spMkLst>
            <pc:docMk/>
            <pc:sldMk cId="3289475291" sldId="277"/>
            <ac:spMk id="17" creationId="{80864D61-2CDC-9A4A-B1FA-183FD5A7EE05}"/>
          </ac:spMkLst>
        </pc:spChg>
        <pc:grpChg chg="add">
          <ac:chgData name="Ipek Beril Benli" userId="S::ipek.beril.benli@undp.org::8f9c5f4b-b22c-49ff-bdd5-d07e27607437" providerId="AD" clId="Web-{A699159B-CA30-B18E-23CC-B0705FD50A34}" dt="2024-03-05T07:54:08.700" v="10"/>
          <ac:grpSpMkLst>
            <pc:docMk/>
            <pc:sldMk cId="3289475291" sldId="277"/>
            <ac:grpSpMk id="22" creationId="{84E60052-8846-132E-6DB4-76A3EFA936FD}"/>
          </ac:grpSpMkLst>
        </pc:grpChg>
        <pc:picChg chg="add">
          <ac:chgData name="Ipek Beril Benli" userId="S::ipek.beril.benli@undp.org::8f9c5f4b-b22c-49ff-bdd5-d07e27607437" providerId="AD" clId="Web-{A699159B-CA30-B18E-23CC-B0705FD50A34}" dt="2024-03-05T07:54:02.028" v="9"/>
          <ac:picMkLst>
            <pc:docMk/>
            <pc:sldMk cId="3289475291" sldId="277"/>
            <ac:picMk id="6" creationId="{22834F29-5962-E524-966F-2131C390342B}"/>
          </ac:picMkLst>
        </pc:picChg>
      </pc:sldChg>
      <pc:sldChg chg="addSp modSp add addCm">
        <pc:chgData name="Ipek Beril Benli" userId="S::ipek.beril.benli@undp.org::8f9c5f4b-b22c-49ff-bdd5-d07e27607437" providerId="AD" clId="Web-{A699159B-CA30-B18E-23CC-B0705FD50A34}" dt="2024-03-05T07:58:45.679" v="30"/>
        <pc:sldMkLst>
          <pc:docMk/>
          <pc:sldMk cId="2496000186" sldId="278"/>
        </pc:sldMkLst>
        <pc:spChg chg="add">
          <ac:chgData name="Ipek Beril Benli" userId="S::ipek.beril.benli@undp.org::8f9c5f4b-b22c-49ff-bdd5-d07e27607437" providerId="AD" clId="Web-{A699159B-CA30-B18E-23CC-B0705FD50A34}" dt="2024-03-05T07:56:32.518" v="29"/>
          <ac:spMkLst>
            <pc:docMk/>
            <pc:sldMk cId="2496000186" sldId="278"/>
            <ac:spMk id="31" creationId="{EC791F92-229F-A4C7-7BA2-8601C37D9CE6}"/>
          </ac:spMkLst>
        </pc:spChg>
        <pc:spChg chg="mod">
          <ac:chgData name="Ipek Beril Benli" userId="S::ipek.beril.benli@undp.org::8f9c5f4b-b22c-49ff-bdd5-d07e27607437" providerId="AD" clId="Web-{A699159B-CA30-B18E-23CC-B0705FD50A34}" dt="2024-03-05T07:54:19.653" v="11" actId="20577"/>
          <ac:spMkLst>
            <pc:docMk/>
            <pc:sldMk cId="2496000186" sldId="278"/>
            <ac:spMk id="36" creationId="{3FE6CAB8-2846-BB51-1874-8C0523C079D9}"/>
          </ac:spMkLst>
        </pc:spChg>
        <pc:grpChg chg="add">
          <ac:chgData name="Ipek Beril Benli" userId="S::ipek.beril.benli@undp.org::8f9c5f4b-b22c-49ff-bdd5-d07e27607437" providerId="AD" clId="Web-{A699159B-CA30-B18E-23CC-B0705FD50A34}" dt="2024-03-05T07:54:51.217" v="13"/>
          <ac:grpSpMkLst>
            <pc:docMk/>
            <pc:sldMk cId="2496000186" sldId="278"/>
            <ac:grpSpMk id="16" creationId="{50C0EBFD-17D0-F853-3AB8-9A2B9BBC38B1}"/>
          </ac:grpSpMkLst>
        </pc:grpChg>
        <pc:picChg chg="add">
          <ac:chgData name="Ipek Beril Benli" userId="S::ipek.beril.benli@undp.org::8f9c5f4b-b22c-49ff-bdd5-d07e27607437" providerId="AD" clId="Web-{A699159B-CA30-B18E-23CC-B0705FD50A34}" dt="2024-03-05T07:54:51.139" v="12"/>
          <ac:picMkLst>
            <pc:docMk/>
            <pc:sldMk cId="2496000186" sldId="278"/>
            <ac:picMk id="8" creationId="{83E36E9F-C0BB-8FD9-7ED1-9B8FE193BB3B}"/>
          </ac:picMkLst>
        </pc:picChg>
        <pc:extLst>
          <p:ext xmlns:p="http://schemas.openxmlformats.org/presentationml/2006/main" uri="{D6D511B9-2390-475A-947B-AFAB55BFBCF1}">
            <pc226:cmChg xmlns="" xmlns:pc226="http://schemas.microsoft.com/office/powerpoint/2022/06/main/command" chg="add">
              <pc226:chgData name="Ipek Beril Benli" userId="S::ipek.beril.benli@undp.org::8f9c5f4b-b22c-49ff-bdd5-d07e27607437" providerId="AD" clId="Web-{A699159B-CA30-B18E-23CC-B0705FD50A34}" dt="2024-03-05T07:58:45.679" v="30"/>
              <pc2:cmMkLst xmlns:pc2="http://schemas.microsoft.com/office/powerpoint/2019/9/main/command">
                <pc:docMk/>
                <pc:sldMk cId="2496000186" sldId="278"/>
                <pc2:cmMk id="{B9CFB55F-B64D-4089-8034-8150A9E9C8BC}"/>
              </pc2:cmMkLst>
            </pc226:cmChg>
          </p:ext>
        </pc:ext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5:40:34.784"/>
    </inkml:context>
    <inkml:brush xml:id="br0">
      <inkml:brushProperty name="width" value="0.1" units="cm"/>
      <inkml:brushProperty name="height" value="0.1" units="cm"/>
    </inkml:brush>
  </inkml:definitions>
  <inkml:trace contextRef="#ctx0" brushRef="#br0">22541 4514 8642 0 0,'0'0'0'0'0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3-12-21T17:14:10.917"/>
    </inkml:context>
    <inkml:brush xml:id="br0">
      <inkml:brushProperty name="width" value="0.1" units="cm"/>
      <inkml:brushProperty name="height" value="0.1" units="cm"/>
    </inkml:brush>
  </inkml:definitions>
  <inkml:trace contextRef="#ctx0" brushRef="#br0">8758 4343 1183 0 0,'1'-6'2657'0'0,"0"-1"-2657"0"0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Shape 465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66" name="Shape 466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latinLnBrk="0">
      <a:defRPr sz="1200">
        <a:latin typeface="+mj-lt"/>
        <a:ea typeface="+mj-ea"/>
        <a:cs typeface="+mj-cs"/>
        <a:sym typeface="Calibri"/>
      </a:defRPr>
    </a:lvl1pPr>
    <a:lvl2pPr indent="228600" latinLnBrk="0">
      <a:defRPr sz="1200">
        <a:latin typeface="+mj-lt"/>
        <a:ea typeface="+mj-ea"/>
        <a:cs typeface="+mj-cs"/>
        <a:sym typeface="Calibri"/>
      </a:defRPr>
    </a:lvl2pPr>
    <a:lvl3pPr indent="457200" latinLnBrk="0">
      <a:defRPr sz="1200">
        <a:latin typeface="+mj-lt"/>
        <a:ea typeface="+mj-ea"/>
        <a:cs typeface="+mj-cs"/>
        <a:sym typeface="Calibri"/>
      </a:defRPr>
    </a:lvl3pPr>
    <a:lvl4pPr indent="685800" latinLnBrk="0">
      <a:defRPr sz="1200">
        <a:latin typeface="+mj-lt"/>
        <a:ea typeface="+mj-ea"/>
        <a:cs typeface="+mj-cs"/>
        <a:sym typeface="Calibri"/>
      </a:defRPr>
    </a:lvl4pPr>
    <a:lvl5pPr indent="914400" latinLnBrk="0">
      <a:defRPr sz="1200">
        <a:latin typeface="+mj-lt"/>
        <a:ea typeface="+mj-ea"/>
        <a:cs typeface="+mj-cs"/>
        <a:sym typeface="Calibri"/>
      </a:defRPr>
    </a:lvl5pPr>
    <a:lvl6pPr indent="1143000" latinLnBrk="0">
      <a:defRPr sz="1200">
        <a:latin typeface="+mj-lt"/>
        <a:ea typeface="+mj-ea"/>
        <a:cs typeface="+mj-cs"/>
        <a:sym typeface="Calibri"/>
      </a:defRPr>
    </a:lvl6pPr>
    <a:lvl7pPr indent="1371600" latinLnBrk="0">
      <a:defRPr sz="1200">
        <a:latin typeface="+mj-lt"/>
        <a:ea typeface="+mj-ea"/>
        <a:cs typeface="+mj-cs"/>
        <a:sym typeface="Calibri"/>
      </a:defRPr>
    </a:lvl7pPr>
    <a:lvl8pPr indent="1600200" latinLnBrk="0">
      <a:defRPr sz="1200">
        <a:latin typeface="+mj-lt"/>
        <a:ea typeface="+mj-ea"/>
        <a:cs typeface="+mj-cs"/>
        <a:sym typeface="Calibri"/>
      </a:defRPr>
    </a:lvl8pPr>
    <a:lvl9pPr indent="1828800" latinLnBrk="0">
      <a:defRPr sz="1200">
        <a:latin typeface="+mj-lt"/>
        <a:ea typeface="+mj-ea"/>
        <a:cs typeface="+mj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/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61976932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33CDEE7-B1C7-B77E-9460-BDE95D7C0DF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69F37EDA-5D74-3B16-92DD-CF07C2582942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1B60B6DF-8EAE-1B03-A620-A4433DA2AE7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61667423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79A7C2E-EBAA-1BDE-FCD9-9C8AB269A4E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247FD5B4-2DF6-DCB8-6709-171B39B0EB0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D9FCBFE0-A071-C3C4-7BC6-CAF8CD736CD0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04805214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E37F58-0EE9-57C0-F23D-6FA1D86FE3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9F7A9DA8-F123-49A4-2DB2-34A3BFE9288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72FD127C-9986-32AC-ABA6-7C8323B33271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239568740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8C86882-91D5-E30B-CDA7-8347FDDFF77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BB68E14-0D97-6D3D-9800-C8F2EF0E798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9791969B-46BF-1D96-2893-C97A92F67FC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45844184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73F45B-8B02-C5DD-D869-93034876B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AD5E7362-F7D3-FFB6-04DC-5636B37CC06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E6C4D10E-6A8B-C14B-2663-3F8F2EB11C2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336733025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E4114-9B89-AA4D-2458-D97F667E10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" name="Shape 501">
            <a:extLst>
              <a:ext uri="{FF2B5EF4-FFF2-40B4-BE49-F238E27FC236}">
                <a16:creationId xmlns:a16="http://schemas.microsoft.com/office/drawing/2014/main" id="{02190088-3BA2-17A5-7904-AD57320021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02" name="Shape 502">
            <a:extLst>
              <a:ext uri="{FF2B5EF4-FFF2-40B4-BE49-F238E27FC236}">
                <a16:creationId xmlns:a16="http://schemas.microsoft.com/office/drawing/2014/main" id="{0AD0FBAF-AF1B-AAE1-C5CC-957B86E8FC7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176406431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7.png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4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64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65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66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67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68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69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7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7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7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8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81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82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8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8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9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0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0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02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0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15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16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1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2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2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28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129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3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3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3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3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4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41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4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4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6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6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68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169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7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7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80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7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188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189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190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191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192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193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19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0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0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05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206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20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0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2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2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26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2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2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3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3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39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40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4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4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5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5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52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253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5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2_Two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6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6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6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6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6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7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7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7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27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28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8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28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29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29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29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29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0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0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0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1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1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1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1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1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3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2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2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2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33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33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3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Slide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6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7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48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49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50" name="Title Text"/>
          <p:cNvSpPr txBox="1">
            <a:spLocks noGrp="1"/>
          </p:cNvSpPr>
          <p:nvPr>
            <p:ph type="title"/>
          </p:nvPr>
        </p:nvSpPr>
        <p:spPr>
          <a:xfrm>
            <a:off x="1524000" y="1122362"/>
            <a:ext cx="9144000" cy="2387601"/>
          </a:xfrm>
          <a:prstGeom prst="rect">
            <a:avLst/>
          </a:prstGeom>
        </p:spPr>
        <p:txBody>
          <a:bodyPr anchor="b"/>
          <a:lstStyle>
            <a:lvl1pPr algn="ctr"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524000" y="3602037"/>
            <a:ext cx="9144000" cy="1655763"/>
          </a:xfrm>
          <a:prstGeom prst="rect">
            <a:avLst/>
          </a:prstGeom>
        </p:spPr>
        <p:txBody>
          <a:bodyPr/>
          <a:lstStyle>
            <a:lvl1pPr marL="0" indent="0" algn="ctr">
              <a:buSzTx/>
              <a:buFontTx/>
              <a:buNone/>
              <a:defRPr sz="2400"/>
            </a:lvl1pPr>
            <a:lvl2pPr marL="0" indent="457200" algn="ctr">
              <a:buSzTx/>
              <a:buFontTx/>
              <a:buNone/>
              <a:defRPr sz="2400"/>
            </a:lvl2pPr>
            <a:lvl3pPr marL="0" indent="914400" algn="ctr">
              <a:buSzTx/>
              <a:buFontTx/>
              <a:buNone/>
              <a:defRPr sz="2400"/>
            </a:lvl3pPr>
            <a:lvl4pPr marL="0" indent="1371600" algn="ctr">
              <a:buSzTx/>
              <a:buFontTx/>
              <a:buNone/>
              <a:defRPr sz="2400"/>
            </a:lvl4pPr>
            <a:lvl5pPr marL="0" indent="1828800" algn="ctr">
              <a:buSzTx/>
              <a:buFontTx/>
              <a:buNone/>
              <a:defRPr sz="24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Content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59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0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61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62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63" name="Title Text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64" name="Body Level One…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65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Section Header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2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3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74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75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76" name="Title Text"/>
          <p:cNvSpPr txBox="1"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</p:spPr>
        <p:txBody>
          <a:bodyPr anchor="b"/>
          <a:lstStyle>
            <a:lvl1pPr>
              <a:defRPr sz="6000"/>
            </a:lvl1pPr>
          </a:lstStyle>
          <a:p>
            <a:r>
              <a:t>Title Text</a:t>
            </a:r>
          </a:p>
        </p:txBody>
      </p:sp>
      <p:sp>
        <p:nvSpPr>
          <p:cNvPr id="377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1850" y="4589462"/>
            <a:ext cx="10515600" cy="15001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2400">
                <a:solidFill>
                  <a:srgbClr val="FEFFFE"/>
                </a:solidFill>
              </a:defRPr>
            </a:lvl1pPr>
            <a:lvl2pPr marL="0" indent="457200">
              <a:buSzTx/>
              <a:buFontTx/>
              <a:buNone/>
              <a:defRPr sz="2400">
                <a:solidFill>
                  <a:srgbClr val="FEFFFE"/>
                </a:solidFill>
              </a:defRPr>
            </a:lvl2pPr>
            <a:lvl3pPr marL="0" indent="914400">
              <a:buSzTx/>
              <a:buFontTx/>
              <a:buNone/>
              <a:defRPr sz="2400">
                <a:solidFill>
                  <a:srgbClr val="FEFFFE"/>
                </a:solidFill>
              </a:defRPr>
            </a:lvl3pPr>
            <a:lvl4pPr marL="0" indent="1371600">
              <a:buSzTx/>
              <a:buFontTx/>
              <a:buNone/>
              <a:defRPr sz="2400">
                <a:solidFill>
                  <a:srgbClr val="FEFFFE"/>
                </a:solidFill>
              </a:defRPr>
            </a:lvl4pPr>
            <a:lvl5pPr marL="0" indent="1828800">
              <a:buSzTx/>
              <a:buFontTx/>
              <a:buNone/>
              <a:defRPr sz="2400">
                <a:solidFill>
                  <a:srgbClr val="FEFFFE"/>
                </a:solidFill>
              </a:defRPr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7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Title Text"/>
          <p:cNvSpPr txBox="1">
            <a:spLocks noGrp="1"/>
          </p:cNvSpPr>
          <p:nvPr>
            <p:ph type="title"/>
          </p:nvPr>
        </p:nvSpPr>
        <p:spPr>
          <a:xfrm>
            <a:off x="1039653" y="1153987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38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1039653" y="2087361"/>
            <a:ext cx="4919546" cy="4089601"/>
          </a:xfrm>
          <a:prstGeom prst="rect">
            <a:avLst/>
          </a:prstGeom>
        </p:spPr>
        <p:txBody>
          <a:bodyPr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87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mparis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4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5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396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397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398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1039652" y="1987368"/>
            <a:ext cx="4957923" cy="597100"/>
          </a:xfrm>
          <a:prstGeom prst="rect">
            <a:avLst/>
          </a:prstGeom>
        </p:spPr>
        <p:txBody>
          <a:bodyPr anchor="b"/>
          <a:lstStyle>
            <a:lvl1pPr marL="0" indent="0">
              <a:buSzTx/>
              <a:buFontTx/>
              <a:buNone/>
              <a:defRPr sz="2400" b="1"/>
            </a:lvl1pPr>
            <a:lvl2pPr marL="0" indent="457200">
              <a:buSzTx/>
              <a:buFontTx/>
              <a:buNone/>
              <a:defRPr sz="2400" b="1"/>
            </a:lvl2pPr>
            <a:lvl3pPr marL="0" indent="914400">
              <a:buSzTx/>
              <a:buFontTx/>
              <a:buNone/>
              <a:defRPr sz="2400" b="1"/>
            </a:lvl3pPr>
            <a:lvl4pPr marL="0" indent="1371600">
              <a:buSzTx/>
              <a:buFontTx/>
              <a:buNone/>
              <a:defRPr sz="2400" b="1"/>
            </a:lvl4pPr>
            <a:lvl5pPr marL="0" indent="1828800">
              <a:buSzTx/>
              <a:buFontTx/>
              <a:buNone/>
              <a:defRPr sz="2400" b="1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99" name="Text Placeholder 4"/>
          <p:cNvSpPr>
            <a:spLocks noGrp="1"/>
          </p:cNvSpPr>
          <p:nvPr>
            <p:ph type="body" sz="quarter" idx="21"/>
          </p:nvPr>
        </p:nvSpPr>
        <p:spPr>
          <a:xfrm>
            <a:off x="6172200" y="1987367"/>
            <a:ext cx="4980148" cy="601050"/>
          </a:xfrm>
          <a:prstGeom prst="rect">
            <a:avLst/>
          </a:prstGeom>
        </p:spPr>
        <p:txBody>
          <a:bodyPr anchor="b"/>
          <a:lstStyle/>
          <a:p>
            <a:pPr marL="0" indent="0">
              <a:buSzTx/>
              <a:buFontTx/>
              <a:buNone/>
              <a:defRPr sz="2400" b="1"/>
            </a:pPr>
            <a:endParaRPr/>
          </a:p>
        </p:txBody>
      </p:sp>
      <p:sp>
        <p:nvSpPr>
          <p:cNvPr id="400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0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Only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8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09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10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11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12" name="Title Text"/>
          <p:cNvSpPr txBox="1">
            <a:spLocks noGrp="1"/>
          </p:cNvSpPr>
          <p:nvPr>
            <p:ph type="title"/>
          </p:nvPr>
        </p:nvSpPr>
        <p:spPr>
          <a:xfrm>
            <a:off x="1039653" y="1053628"/>
            <a:ext cx="10112696" cy="921255"/>
          </a:xfrm>
          <a:prstGeom prst="rect">
            <a:avLst/>
          </a:prstGeom>
        </p:spPr>
        <p:txBody>
          <a:bodyPr/>
          <a:lstStyle/>
          <a:p>
            <a:r>
              <a:t>Title Text</a:t>
            </a:r>
          </a:p>
        </p:txBody>
      </p:sp>
      <p:sp>
        <p:nvSpPr>
          <p:cNvPr id="413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ank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0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1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22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23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24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Content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31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2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33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34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35" name="Title Text"/>
          <p:cNvSpPr txBox="1">
            <a:spLocks noGrp="1"/>
          </p:cNvSpPr>
          <p:nvPr>
            <p:ph type="title"/>
          </p:nvPr>
        </p:nvSpPr>
        <p:spPr>
          <a:xfrm>
            <a:off x="839787" y="702526"/>
            <a:ext cx="3932239" cy="1354874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36" name="Body Level One…"/>
          <p:cNvSpPr txBox="1">
            <a:spLocks noGrp="1"/>
          </p:cNvSpPr>
          <p:nvPr>
            <p:ph type="body" sz="half" idx="1"/>
          </p:nvPr>
        </p:nvSpPr>
        <p:spPr>
          <a:xfrm>
            <a:off x="5185316" y="1304693"/>
            <a:ext cx="6170072" cy="4556358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 marL="718457" indent="-261257">
              <a:defRPr sz="3200"/>
            </a:lvl2pPr>
            <a:lvl3pPr marL="1219200" indent="-304800">
              <a:defRPr sz="3200"/>
            </a:lvl3pPr>
            <a:lvl4pPr marL="1737360" indent="-365760">
              <a:defRPr sz="3200"/>
            </a:lvl4pPr>
            <a:lvl5pPr marL="2194560" indent="-365760">
              <a:defRPr sz="32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37" name="Text Placeholder 3"/>
          <p:cNvSpPr>
            <a:spLocks noGrp="1"/>
          </p:cNvSpPr>
          <p:nvPr>
            <p:ph type="body" sz="quarter" idx="21"/>
          </p:nvPr>
        </p:nvSpPr>
        <p:spPr>
          <a:xfrm>
            <a:off x="839787" y="2057400"/>
            <a:ext cx="3932238" cy="3811588"/>
          </a:xfrm>
          <a:prstGeom prst="rect">
            <a:avLst/>
          </a:prstGeom>
        </p:spPr>
        <p:txBody>
          <a:bodyPr/>
          <a:lstStyle/>
          <a:p>
            <a:pPr marL="0" indent="0">
              <a:buSzTx/>
              <a:buFontTx/>
              <a:buNone/>
              <a:defRPr sz="1600"/>
            </a:pPr>
            <a:endParaRPr/>
          </a:p>
        </p:txBody>
      </p:sp>
      <p:sp>
        <p:nvSpPr>
          <p:cNvPr id="43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Picture with Caption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5" name="Picture 6" descr="Pictur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353800" y="-360"/>
            <a:ext cx="771056" cy="117234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6" name="Picture 7" descr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00438" y="318824"/>
            <a:ext cx="1172345" cy="572571"/>
          </a:xfrm>
          <a:prstGeom prst="rect">
            <a:avLst/>
          </a:prstGeom>
          <a:ln w="12700">
            <a:miter lim="400000"/>
          </a:ln>
        </p:spPr>
      </p:pic>
      <p:pic>
        <p:nvPicPr>
          <p:cNvPr id="447" name="Picture 8" descr="Picture 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51163" y="219583"/>
            <a:ext cx="771056" cy="771056"/>
          </a:xfrm>
          <a:prstGeom prst="rect">
            <a:avLst/>
          </a:prstGeom>
          <a:ln w="12700">
            <a:miter lim="400000"/>
          </a:ln>
        </p:spPr>
      </p:pic>
      <p:pic>
        <p:nvPicPr>
          <p:cNvPr id="448" name="Picture 9" descr="Picture 9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084426" y="256850"/>
            <a:ext cx="959441" cy="733788"/>
          </a:xfrm>
          <a:prstGeom prst="rect">
            <a:avLst/>
          </a:prstGeom>
          <a:ln w="12700">
            <a:miter lim="400000"/>
          </a:ln>
        </p:spPr>
      </p:pic>
      <p:sp>
        <p:nvSpPr>
          <p:cNvPr id="449" name="Title Text"/>
          <p:cNvSpPr txBox="1">
            <a:spLocks noGrp="1"/>
          </p:cNvSpPr>
          <p:nvPr>
            <p:ph type="title"/>
          </p:nvPr>
        </p:nvSpPr>
        <p:spPr>
          <a:xfrm>
            <a:off x="839787" y="457200"/>
            <a:ext cx="3932239" cy="1600200"/>
          </a:xfrm>
          <a:prstGeom prst="rect">
            <a:avLst/>
          </a:prstGeom>
        </p:spPr>
        <p:txBody>
          <a:bodyPr anchor="b"/>
          <a:lstStyle>
            <a:lvl1pPr>
              <a:defRPr sz="3200"/>
            </a:lvl1pPr>
          </a:lstStyle>
          <a:p>
            <a:r>
              <a:t>Title Text</a:t>
            </a:r>
          </a:p>
        </p:txBody>
      </p:sp>
      <p:sp>
        <p:nvSpPr>
          <p:cNvPr id="450" name="Picture Placeholder 2"/>
          <p:cNvSpPr>
            <a:spLocks noGrp="1"/>
          </p:cNvSpPr>
          <p:nvPr>
            <p:ph type="pic" sz="half" idx="21"/>
          </p:nvPr>
        </p:nvSpPr>
        <p:spPr>
          <a:xfrm>
            <a:off x="5183187" y="987425"/>
            <a:ext cx="6172201" cy="4873625"/>
          </a:xfrm>
          <a:prstGeom prst="rect">
            <a:avLst/>
          </a:prstGeom>
        </p:spPr>
        <p:txBody>
          <a:bodyPr lIns="91439" rIns="91439">
            <a:noAutofit/>
          </a:bodyPr>
          <a:lstStyle/>
          <a:p>
            <a:endParaRPr/>
          </a:p>
        </p:txBody>
      </p:sp>
      <p:sp>
        <p:nvSpPr>
          <p:cNvPr id="451" name="Body Level One…"/>
          <p:cNvSpPr txBox="1">
            <a:spLocks noGrp="1"/>
          </p:cNvSpPr>
          <p:nvPr>
            <p:ph type="body" sz="quarter" idx="1"/>
          </p:nvPr>
        </p:nvSpPr>
        <p:spPr>
          <a:xfrm>
            <a:off x="839787" y="2057400"/>
            <a:ext cx="3932239" cy="3811588"/>
          </a:xfrm>
          <a:prstGeom prst="rect">
            <a:avLst/>
          </a:prstGeom>
        </p:spPr>
        <p:txBody>
          <a:bodyPr/>
          <a:lstStyle>
            <a:lvl1pPr marL="0" indent="0">
              <a:buSzTx/>
              <a:buFontTx/>
              <a:buNone/>
              <a:defRPr sz="1600"/>
            </a:lvl1pPr>
            <a:lvl2pPr marL="0" indent="457200">
              <a:buSzTx/>
              <a:buFontTx/>
              <a:buNone/>
              <a:defRPr sz="1600"/>
            </a:lvl2pPr>
            <a:lvl3pPr marL="0" indent="914400">
              <a:buSzTx/>
              <a:buFontTx/>
              <a:buNone/>
              <a:defRPr sz="1600"/>
            </a:lvl3pPr>
            <a:lvl4pPr marL="0" indent="1371600">
              <a:buSzTx/>
              <a:buFontTx/>
              <a:buNone/>
              <a:defRPr sz="1600"/>
            </a:lvl4pPr>
            <a:lvl5pPr marL="0" indent="1828800">
              <a:buSzTx/>
              <a:buFontTx/>
              <a:buNone/>
              <a:defRPr sz="1600"/>
            </a:lvl5pPr>
          </a:lstStyle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52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Blue background">
    <p:bg>
      <p:bgPr>
        <a:solidFill>
          <a:srgbClr val="2B255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69247" y="6400151"/>
            <a:ext cx="273610" cy="277520"/>
          </a:xfrm>
          <a:prstGeom prst="rect">
            <a:avLst/>
          </a:prstGeom>
        </p:spPr>
        <p:txBody>
          <a:bodyPr/>
          <a:lstStyle>
            <a:lvl1pPr>
              <a:defRPr>
                <a:latin typeface="Helvetica Neue Thin"/>
                <a:ea typeface="Helvetica Neue Thin"/>
                <a:cs typeface="Helvetica Neue Thin"/>
                <a:sym typeface="Helvetica Neue Thin"/>
              </a:defRPr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478B4-4C54-AF5B-2929-7967B5D7258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39653" y="1153987"/>
            <a:ext cx="10112695" cy="921254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4E1BF71-B4F8-FDC2-D3CE-E4B9824A5AE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039653" y="2087362"/>
            <a:ext cx="4919546" cy="40896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12507F9-B1BA-85ED-15EE-A276F4A788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32802" y="2087362"/>
            <a:ext cx="4919546" cy="408960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DDB9351-FBE6-F588-FD07-6D67A65453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69315B8-57CD-1150-8FD7-9FACD21734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68E19A3-55D2-9FA5-AA5A-7331BF601B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0EA680-D336-4FF7-8B7A-9848BB0A1C3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1449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Body Level One…"/>
          <p:cNvSpPr txBox="1">
            <a:spLocks noGrp="1"/>
          </p:cNvSpPr>
          <p:nvPr>
            <p:ph type="body" idx="1"/>
          </p:nvPr>
        </p:nvSpPr>
        <p:spPr>
          <a:xfrm>
            <a:off x="1049144" y="2007218"/>
            <a:ext cx="10093712" cy="4169745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>
            <a:normAutofit/>
          </a:bodyPr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3" name="Title Text"/>
          <p:cNvSpPr txBox="1">
            <a:spLocks noGrp="1"/>
          </p:cNvSpPr>
          <p:nvPr>
            <p:ph type="title"/>
          </p:nvPr>
        </p:nvSpPr>
        <p:spPr>
          <a:xfrm>
            <a:off x="1039653" y="1064778"/>
            <a:ext cx="10112696" cy="921256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lIns="45719" rIns="45719" anchor="ctr">
            <a:normAutofit/>
          </a:bodyPr>
          <a:lstStyle/>
          <a:p>
            <a:r>
              <a:t>Title Text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0884232" y="6414758"/>
            <a:ext cx="258625" cy="248306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>
              <a:defRPr sz="1200"/>
            </a:lvl1pPr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4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4" r:id="rId12"/>
    <p:sldLayoutId id="2147483665" r:id="rId13"/>
    <p:sldLayoutId id="2147483666" r:id="rId14"/>
    <p:sldLayoutId id="2147483667" r:id="rId15"/>
    <p:sldLayoutId id="2147483668" r:id="rId16"/>
    <p:sldLayoutId id="2147483669" r:id="rId17"/>
    <p:sldLayoutId id="2147483670" r:id="rId18"/>
    <p:sldLayoutId id="2147483671" r:id="rId19"/>
    <p:sldLayoutId id="2147483672" r:id="rId20"/>
    <p:sldLayoutId id="2147483673" r:id="rId21"/>
    <p:sldLayoutId id="2147483674" r:id="rId22"/>
    <p:sldLayoutId id="2147483675" r:id="rId23"/>
    <p:sldLayoutId id="2147483676" r:id="rId24"/>
    <p:sldLayoutId id="2147483677" r:id="rId25"/>
    <p:sldLayoutId id="2147483678" r:id="rId26"/>
    <p:sldLayoutId id="2147483679" r:id="rId27"/>
    <p:sldLayoutId id="2147483680" r:id="rId28"/>
    <p:sldLayoutId id="2147483681" r:id="rId29"/>
    <p:sldLayoutId id="2147483682" r:id="rId30"/>
    <p:sldLayoutId id="2147483683" r:id="rId31"/>
    <p:sldLayoutId id="2147483684" r:id="rId32"/>
    <p:sldLayoutId id="2147483685" r:id="rId33"/>
    <p:sldLayoutId id="2147483686" r:id="rId34"/>
    <p:sldLayoutId id="2147483687" r:id="rId35"/>
    <p:sldLayoutId id="2147483688" r:id="rId36"/>
    <p:sldLayoutId id="2147483689" r:id="rId37"/>
  </p:sldLayoutIdLst>
  <p:transition spd="med"/>
  <p:txStyles>
    <p:titleStyle>
      <a:lvl1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914400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4400" b="0" i="0" u="none" strike="noStrike" cap="none" spc="0" baseline="0">
          <a:solidFill>
            <a:srgbClr val="FFC837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228600" marR="0" indent="-228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1pPr>
      <a:lvl2pPr marL="723900" marR="0" indent="-2667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2pPr>
      <a:lvl3pPr marL="1234439" marR="0" indent="-320039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3pPr>
      <a:lvl4pPr marL="1727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4pPr>
      <a:lvl5pPr marL="21844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5pPr>
      <a:lvl6pPr marL="26416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6pPr>
      <a:lvl7pPr marL="30988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7pPr>
      <a:lvl8pPr marL="35560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8pPr>
      <a:lvl9pPr marL="4013200" marR="0" indent="-355600" algn="l" defTabSz="914400" rtl="0" latinLnBrk="0">
        <a:lnSpc>
          <a:spcPct val="90000"/>
        </a:lnSpc>
        <a:spcBef>
          <a:spcPts val="1000"/>
        </a:spcBef>
        <a:spcAft>
          <a:spcPts val="0"/>
        </a:spcAft>
        <a:buClrTx/>
        <a:buSzPct val="100000"/>
        <a:buFont typeface="Arial"/>
        <a:buChar char="•"/>
        <a:tabLst/>
        <a:defRPr sz="2800" b="0" i="0" u="none" strike="noStrike" cap="none" spc="0" baseline="0">
          <a:solidFill>
            <a:srgbClr val="FFFFFF"/>
          </a:solidFill>
          <a:uFillTx/>
          <a:latin typeface="+mj-lt"/>
          <a:ea typeface="+mj-ea"/>
          <a:cs typeface="+mj-cs"/>
          <a:sym typeface="Calibri"/>
        </a:defRPr>
      </a:lvl9pPr>
    </p:bodyStyle>
    <p:otherStyle>
      <a:lvl1pPr marL="0" marR="0" indent="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457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914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1371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8288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22860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27432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32004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3657600" algn="r" defTabSz="9144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9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5" Type="http://schemas.openxmlformats.org/officeDocument/2006/relationships/customXml" Target="../ink/ink1.xml"/><Relationship Id="rId10" Type="http://schemas.openxmlformats.org/officeDocument/2006/relationships/customXml" Target="../ink/ink2.xml"/><Relationship Id="rId4" Type="http://schemas.openxmlformats.org/officeDocument/2006/relationships/image" Target="../media/image10.png"/><Relationship Id="rId9" Type="http://schemas.openxmlformats.org/officeDocument/2006/relationships/image" Target="../media/image14.png"/><Relationship Id="rId14" Type="http://schemas.openxmlformats.org/officeDocument/2006/relationships/image" Target="../media/image13.png"/></Relationships>
</file>

<file path=ppt/slides/_rels/slide3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9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4.xml"/><Relationship Id="rId4" Type="http://schemas.openxmlformats.org/officeDocument/2006/relationships/customXml" Target="../ink/ink3.xml"/><Relationship Id="rId9" Type="http://schemas.openxmlformats.org/officeDocument/2006/relationships/image" Target="../media/image14.png"/><Relationship Id="rId14" Type="http://schemas.openxmlformats.org/officeDocument/2006/relationships/image" Target="../media/image15.png"/></Relationships>
</file>

<file path=ppt/slides/_rels/slide4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customXml" Target="../ink/ink5.xml"/><Relationship Id="rId12" Type="http://schemas.openxmlformats.org/officeDocument/2006/relationships/image" Target="../media/image11.png"/><Relationship Id="rId17" Type="http://schemas.openxmlformats.org/officeDocument/2006/relationships/image" Target="../media/image20.png"/><Relationship Id="rId2" Type="http://schemas.openxmlformats.org/officeDocument/2006/relationships/notesSlide" Target="../notesSlides/notesSlide3.xml"/><Relationship Id="rId16" Type="http://schemas.openxmlformats.org/officeDocument/2006/relationships/image" Target="../media/image19.png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5" Type="http://schemas.openxmlformats.org/officeDocument/2006/relationships/image" Target="../media/image18.png"/><Relationship Id="rId10" Type="http://schemas.openxmlformats.org/officeDocument/2006/relationships/customXml" Target="../ink/ink6.xml"/><Relationship Id="rId9" Type="http://schemas.openxmlformats.org/officeDocument/2006/relationships/image" Target="../media/image14.png"/><Relationship Id="rId14" Type="http://schemas.openxmlformats.org/officeDocument/2006/relationships/image" Target="../media/image16.png"/></Relationships>
</file>

<file path=ppt/slides/_rels/slide5.xml.rels><?xml version="1.0" encoding="UTF-8" standalone="yes"?>
<Relationships xmlns="http://schemas.openxmlformats.org/package/2006/relationships"><Relationship Id="rId13" Type="http://schemas.openxmlformats.org/officeDocument/2006/relationships/image" Target="../media/image22.png"/><Relationship Id="rId3" Type="http://schemas.openxmlformats.org/officeDocument/2006/relationships/image" Target="../media/image21.jpeg"/><Relationship Id="rId12" Type="http://schemas.openxmlformats.org/officeDocument/2006/relationships/image" Target="../media/image1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8.xml"/><Relationship Id="rId4" Type="http://schemas.openxmlformats.org/officeDocument/2006/relationships/customXml" Target="../ink/ink7.xml"/><Relationship Id="rId9" Type="http://schemas.openxmlformats.org/officeDocument/2006/relationships/image" Target="../media/image14.png"/><Relationship Id="rId14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23.jpeg"/><Relationship Id="rId12" Type="http://schemas.openxmlformats.org/officeDocument/2006/relationships/image" Target="../media/image11.png"/><Relationship Id="rId17" Type="http://schemas.openxmlformats.org/officeDocument/2006/relationships/image" Target="../media/image27.png"/><Relationship Id="rId2" Type="http://schemas.openxmlformats.org/officeDocument/2006/relationships/notesSlide" Target="../notesSlides/notesSlide5.xml"/><Relationship Id="rId16" Type="http://schemas.openxmlformats.org/officeDocument/2006/relationships/image" Target="../media/image26.png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5" Type="http://schemas.openxmlformats.org/officeDocument/2006/relationships/image" Target="../media/image25.png"/><Relationship Id="rId10" Type="http://schemas.openxmlformats.org/officeDocument/2006/relationships/customXml" Target="../ink/ink10.xml"/><Relationship Id="rId4" Type="http://schemas.openxmlformats.org/officeDocument/2006/relationships/customXml" Target="../ink/ink9.xml"/><Relationship Id="rId9" Type="http://schemas.openxmlformats.org/officeDocument/2006/relationships/image" Target="../media/image14.png"/><Relationship Id="rId14" Type="http://schemas.openxmlformats.org/officeDocument/2006/relationships/image" Target="../media/image24.png"/></Relationships>
</file>

<file path=ppt/slides/_rels/slide7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image" Target="../media/image23.jpeg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2.xml"/><Relationship Id="rId4" Type="http://schemas.openxmlformats.org/officeDocument/2006/relationships/customXml" Target="../ink/ink11.xml"/><Relationship Id="rId9" Type="http://schemas.openxmlformats.org/officeDocument/2006/relationships/image" Target="../media/image14.png"/><Relationship Id="rId14" Type="http://schemas.openxmlformats.org/officeDocument/2006/relationships/image" Target="../media/image28.png"/></Relationships>
</file>

<file path=ppt/slides/_rels/slide8.xml.rels><?xml version="1.0" encoding="UTF-8" standalone="yes"?>
<Relationships xmlns="http://schemas.openxmlformats.org/package/2006/relationships"><Relationship Id="rId13" Type="http://schemas.openxmlformats.org/officeDocument/2006/relationships/image" Target="../media/image12.png"/><Relationship Id="rId3" Type="http://schemas.openxmlformats.org/officeDocument/2006/relationships/customXml" Target="../ink/ink13.xml"/><Relationship Id="rId12" Type="http://schemas.openxmlformats.org/officeDocument/2006/relationships/image" Target="../media/image1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0.xml"/><Relationship Id="rId11" Type="http://schemas.openxmlformats.org/officeDocument/2006/relationships/image" Target="../media/image17.png"/><Relationship Id="rId10" Type="http://schemas.openxmlformats.org/officeDocument/2006/relationships/customXml" Target="../ink/ink14.xml"/><Relationship Id="rId9" Type="http://schemas.openxmlformats.org/officeDocument/2006/relationships/image" Target="../media/image14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F2B76E6-D951-3835-676B-70686EF8C2F3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920910B4-C648-91B9-56BA-B826DB8C00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" name="A new generation…">
            <a:extLst>
              <a:ext uri="{FF2B5EF4-FFF2-40B4-BE49-F238E27FC236}">
                <a16:creationId xmlns:a16="http://schemas.microsoft.com/office/drawing/2014/main" id="{DC7A9B64-AA84-4ACD-D44E-416503901C71}"/>
              </a:ext>
            </a:extLst>
          </p:cNvPr>
          <p:cNvSpPr txBox="1"/>
          <p:nvPr/>
        </p:nvSpPr>
        <p:spPr>
          <a:xfrm>
            <a:off x="198627" y="3592512"/>
            <a:ext cx="10042653" cy="1077218"/>
          </a:xfrm>
          <a:prstGeom prst="rect">
            <a:avLst/>
          </a:prstGeom>
          <a:ln w="12700">
            <a:miter lim="400000"/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  <a:extLst>
            <a:ext uri="{C572A759-6A51-4108-AA02-DFA0A04FC94B}">
              <ma14:wrappingTextBoxFlag xmlns:ma14="http://schemas.microsoft.com/office/mac/drawingml/2011/main" xmlns:a14="http://schemas.microsoft.com/office/drawing/2010/main" xmlns:m="http://schemas.openxmlformats.org/officeDocument/2006/math" xmlns="" val="1"/>
            </a:ext>
          </a:extLst>
        </p:spPr>
        <p:txBody>
          <a:bodyPr wrap="square" lIns="45719" tIns="45720" rIns="45719" bIns="45720" anchor="t">
            <a:spAutoFit/>
          </a:bodyPr>
          <a:lstStyle/>
          <a:p>
            <a:pPr algn="ctr" defTabSz="457200">
              <a:defRPr sz="3700">
                <a:solidFill>
                  <a:srgbClr val="FFFFFF"/>
                </a:solidFill>
                <a:latin typeface="Myriad Pro Semibold"/>
                <a:ea typeface="Myriad Pro Semibold"/>
                <a:cs typeface="Myriad Pro Semibold"/>
                <a:sym typeface="Myriad Pro Semibold"/>
              </a:defRPr>
            </a:pPr>
            <a:r>
              <a:rPr lang="en-US" sz="3200" b="1" dirty="0">
                <a:solidFill>
                  <a:schemeClr val="tx1"/>
                </a:solidFill>
                <a:latin typeface="Microsoft YaHei"/>
              </a:rPr>
              <a:t>AI-Driven Energy Forecasting for Cost and Carbon-Aware Industrial Scheduling</a:t>
            </a:r>
            <a:endParaRPr lang="tr-TR" sz="3200" b="1" dirty="0">
              <a:solidFill>
                <a:schemeClr val="tx1"/>
              </a:solidFill>
              <a:latin typeface="Microsoft YaHei"/>
            </a:endParaRPr>
          </a:p>
        </p:txBody>
      </p:sp>
      <p:sp>
        <p:nvSpPr>
          <p:cNvPr id="4" name="Metin kutusu 3">
            <a:extLst>
              <a:ext uri="{FF2B5EF4-FFF2-40B4-BE49-F238E27FC236}">
                <a16:creationId xmlns:a16="http://schemas.microsoft.com/office/drawing/2014/main" id="{E7FB2AC8-3AF2-4FED-9EBC-29BD81CEAAEC}"/>
              </a:ext>
            </a:extLst>
          </p:cNvPr>
          <p:cNvSpPr txBox="1"/>
          <p:nvPr/>
        </p:nvSpPr>
        <p:spPr>
          <a:xfrm>
            <a:off x="452022" y="5031029"/>
            <a:ext cx="6026648" cy="707884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rtl="0">
              <a:spcBef>
                <a:spcPts val="0"/>
              </a:spcBef>
              <a:spcAft>
                <a:spcPts val="0"/>
              </a:spcAft>
            </a:pPr>
            <a:r>
              <a:rPr lang="tr-TR" sz="2000" b="0" i="0" u="none" strike="noStrike" dirty="0" err="1">
                <a:solidFill>
                  <a:schemeClr val="tx1"/>
                </a:solidFill>
                <a:effectLst/>
                <a:latin typeface="Perpetua" panose="02020502060401020303" pitchFamily="18" charset="0"/>
              </a:rPr>
              <a:t>Group</a:t>
            </a:r>
            <a:r>
              <a:rPr lang="tr-TR" sz="2000" b="0" i="0" u="none" strike="noStrike" dirty="0">
                <a:solidFill>
                  <a:schemeClr val="tx1"/>
                </a:solidFill>
                <a:effectLst/>
                <a:latin typeface="Perpetua" panose="02020502060401020303" pitchFamily="18" charset="0"/>
              </a:rPr>
              <a:t> 15</a:t>
            </a:r>
            <a:br>
              <a:rPr lang="tr-TR" sz="2000" b="0" i="0" u="none" strike="noStrike" dirty="0">
                <a:solidFill>
                  <a:schemeClr val="tx1"/>
                </a:solidFill>
                <a:effectLst/>
                <a:latin typeface="Perpetua" panose="02020502060401020303" pitchFamily="18" charset="0"/>
              </a:rPr>
            </a:br>
            <a:r>
              <a:rPr lang="tr-TR" sz="2000" b="0" i="0" u="none" strike="noStrike" dirty="0">
                <a:solidFill>
                  <a:schemeClr val="tx1"/>
                </a:solidFill>
                <a:effectLst/>
                <a:latin typeface="Perpetua" panose="02020502060401020303" pitchFamily="18" charset="0"/>
              </a:rPr>
              <a:t>Furkan Kartal, Cansu Koçer, Feyza Aydınalp, Umut Emre Çakır</a:t>
            </a:r>
            <a:endParaRPr lang="tr-TR" sz="2000" b="0" dirty="0">
              <a:solidFill>
                <a:schemeClr val="tx1"/>
              </a:solidFill>
              <a:effectLst/>
              <a:latin typeface="Perpetua" panose="02020502060401020303" pitchFamily="18" charset="0"/>
            </a:endParaRPr>
          </a:p>
        </p:txBody>
      </p:sp>
      <p:sp>
        <p:nvSpPr>
          <p:cNvPr id="6" name="Metin kutusu 5">
            <a:extLst>
              <a:ext uri="{FF2B5EF4-FFF2-40B4-BE49-F238E27FC236}">
                <a16:creationId xmlns:a16="http://schemas.microsoft.com/office/drawing/2014/main" id="{B7D013DF-949C-492E-AE6D-2220D3D5FB52}"/>
              </a:ext>
            </a:extLst>
          </p:cNvPr>
          <p:cNvSpPr txBox="1"/>
          <p:nvPr/>
        </p:nvSpPr>
        <p:spPr>
          <a:xfrm>
            <a:off x="10822221" y="257641"/>
            <a:ext cx="1171152" cy="369330"/>
          </a:xfrm>
          <a:prstGeom prst="rect">
            <a:avLst/>
          </a:prstGeom>
          <a:noFill/>
          <a:ln w="12700" cap="flat">
            <a:noFill/>
            <a:miter lim="4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none" lIns="45719" tIns="45719" rIns="45719" bIns="45719" numCol="1" spcCol="38100" rtlCol="0" anchor="t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r>
              <a:rPr kumimoji="0" lang="tr-TR" sz="1800" b="0" i="0" u="none" strike="noStrike" cap="none" spc="0" normalizeH="0" baseline="0" dirty="0" err="1">
                <a:ln>
                  <a:noFill/>
                </a:ln>
                <a:solidFill>
                  <a:srgbClr val="FEFFFE"/>
                </a:solidFill>
                <a:effectLst/>
                <a:uFillTx/>
                <a:latin typeface="Perpetua" panose="02020502060401020303" pitchFamily="18" charset="0"/>
                <a:sym typeface="Calibri"/>
              </a:rPr>
              <a:t>June</a:t>
            </a:r>
            <a:r>
              <a:rPr kumimoji="0" lang="tr-TR" sz="1800" b="0" i="0" u="none" strike="noStrike" cap="none" spc="0" normalizeH="0" baseline="0" dirty="0">
                <a:ln>
                  <a:noFill/>
                </a:ln>
                <a:solidFill>
                  <a:srgbClr val="FEFFFE"/>
                </a:solidFill>
                <a:effectLst/>
                <a:uFillTx/>
                <a:latin typeface="Perpetua" panose="02020502060401020303" pitchFamily="18" charset="0"/>
                <a:sym typeface="Calibri"/>
              </a:rPr>
              <a:t> 2, 2026</a:t>
            </a:r>
          </a:p>
        </p:txBody>
      </p:sp>
    </p:spTree>
    <p:extLst>
      <p:ext uri="{BB962C8B-B14F-4D97-AF65-F5344CB8AC3E}">
        <p14:creationId xmlns:p14="http://schemas.microsoft.com/office/powerpoint/2010/main" val="2988049007"/>
      </p:ext>
    </p:extLst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B9A4345B-0EFB-41F3-9E87-6286328D92F3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77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208164"/>
            <a:ext cx="12215534" cy="6871238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688635FE-FB83-4260-A998-8698D3D3898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2573" y="1015872"/>
            <a:ext cx="5076321" cy="2856949"/>
          </a:xfrm>
          <a:prstGeom prst="rect">
            <a:avLst/>
          </a:prstGeom>
        </p:spPr>
      </p:pic>
      <p:sp>
        <p:nvSpPr>
          <p:cNvPr id="490" name="Content Placeholder 2"/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6112973" cy="3520120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r>
              <a:rPr lang="en-US" sz="1600" dirty="0">
                <a:solidFill>
                  <a:schemeClr val="bg1"/>
                </a:solidFill>
              </a:rPr>
              <a:t>Green Windows is an AI-driven energy forecasting and scheduling system designed for industrial facilities.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project predicts 24-hour day-ahead energy prices and uses these predictions to identify suitable “Green Windows” for production scheduling.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The main purpose is to support cost-efficient and carbon-aware industrial operations by scheduling energy-intensive tasks during lower-cost and higher-renewable periods.</a:t>
            </a:r>
          </a:p>
          <a:p>
            <a:r>
              <a:rPr lang="en-US" sz="1600" dirty="0">
                <a:solidFill>
                  <a:schemeClr val="bg1"/>
                </a:solidFill>
              </a:rPr>
              <a:t>This problem is important because industrial energy consumption creates both financial pressure and environmental impact; therefore, smarter scheduling can provide practical business value.</a:t>
            </a:r>
          </a:p>
        </p:txBody>
      </p:sp>
      <p:sp>
        <p:nvSpPr>
          <p:cNvPr id="493" name="Title 1"/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Background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463E1D9-6206-CBC0-0B9A-EEBAB7E390DF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2A510B2-9281-819E-67DF-19F4FCE54327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8DD7B6D0-FF78-870E-52CA-8E737ADD32F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16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3A7BC30-D2F1-06A9-D22C-3794449ACA5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B161FC2F-FAFB-466C-AF1F-3A48564C439A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36492" y="3710157"/>
            <a:ext cx="5076322" cy="2856949"/>
          </a:xfrm>
          <a:prstGeom prst="rect">
            <a:avLst/>
          </a:prstGeom>
        </p:spPr>
      </p:pic>
      <p:sp>
        <p:nvSpPr>
          <p:cNvPr id="11" name="Oval 10">
            <a:extLst>
              <a:ext uri="{FF2B5EF4-FFF2-40B4-BE49-F238E27FC236}">
                <a16:creationId xmlns:a16="http://schemas.microsoft.com/office/drawing/2014/main" id="{FDBAB1D6-82ED-4CB4-993C-F3E2540F97DD}"/>
              </a:ext>
            </a:extLst>
          </p:cNvPr>
          <p:cNvSpPr/>
          <p:nvPr/>
        </p:nvSpPr>
        <p:spPr>
          <a:xfrm>
            <a:off x="-2947336" y="756738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30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903211234"/>
      </p:ext>
    </p:extLst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5242393-56A6-FAE8-1009-785389D120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E8A8B95E-632F-4800-A324-378219675D2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F7059213-F969-4FAC-22C4-4EF888A7C1EB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5" y="2951018"/>
            <a:ext cx="6378924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r>
              <a:rPr lang="en-US" sz="1800" dirty="0">
                <a:solidFill>
                  <a:schemeClr val="bg1"/>
                </a:solidFill>
              </a:rPr>
              <a:t>Develop an AI-driven day-ahead energy price forecasting system.</a:t>
            </a:r>
          </a:p>
          <a:p>
            <a:r>
              <a:rPr lang="en-US" sz="1800" dirty="0">
                <a:solidFill>
                  <a:schemeClr val="bg1"/>
                </a:solidFill>
              </a:rPr>
              <a:t>Use machine learning predictions to identify “Green Windows” for industrial scheduling.</a:t>
            </a:r>
          </a:p>
          <a:p>
            <a:r>
              <a:rPr lang="en-US" sz="1800" dirty="0">
                <a:solidFill>
                  <a:schemeClr val="bg1"/>
                </a:solidFill>
              </a:rPr>
              <a:t>Optimize the timing of energy-intensive factory tasks based on predicted electricity prices.</a:t>
            </a:r>
          </a:p>
          <a:p>
            <a:r>
              <a:rPr lang="en-US" sz="1800" dirty="0">
                <a:solidFill>
                  <a:schemeClr val="bg1"/>
                </a:solidFill>
              </a:rPr>
              <a:t>Support industrial operations with a cost-efficient and carbon-aware scheduling approach.</a:t>
            </a:r>
          </a:p>
          <a:p>
            <a:pPr marL="0" indent="0">
              <a:lnSpc>
                <a:spcPct val="100000"/>
              </a:lnSpc>
              <a:buNone/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endParaRPr lang="en-US" sz="1600" dirty="0">
              <a:latin typeface="Microsoft YaHei Light"/>
            </a:endParaRP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3CDE49FA-4ED4-92FF-9B15-8A1FC226349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Objectives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631C23E8-AF93-8A70-2D86-5AF75855BF81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1DEC7F4A-9AF5-9B1E-EE6C-E2D759FD5AF7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A39268B-7D38-CD57-38E3-7DCF2634103B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A8A9D22-A74F-66E8-F75E-965360ECD2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BA47BD7-F3B5-FB10-54F2-4B600756EC57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16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6669068-0841-8EB1-FE09-87C9F0089A66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EBDFAE00-A7B4-4FAC-A2D8-1924689C0ED4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15680" y="2719801"/>
            <a:ext cx="5076320" cy="2856948"/>
          </a:xfrm>
          <a:prstGeom prst="rect">
            <a:avLst/>
          </a:prstGeom>
        </p:spPr>
      </p:pic>
      <p:sp>
        <p:nvSpPr>
          <p:cNvPr id="15" name="Oval 14">
            <a:extLst>
              <a:ext uri="{FF2B5EF4-FFF2-40B4-BE49-F238E27FC236}">
                <a16:creationId xmlns:a16="http://schemas.microsoft.com/office/drawing/2014/main" id="{B67081D0-DF3B-486D-989F-6DBA28F4FC3C}"/>
              </a:ext>
            </a:extLst>
          </p:cNvPr>
          <p:cNvSpPr/>
          <p:nvPr/>
        </p:nvSpPr>
        <p:spPr>
          <a:xfrm>
            <a:off x="-1530016" y="-1314281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552564427"/>
      </p:ext>
    </p:extLst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974921-5571-7077-D240-6CD9712EE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11F26E03-32FE-286E-6676-C32B550FCD9A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 fontScale="92500" lnSpcReduction="20000"/>
          </a:bodyPr>
          <a:lstStyle/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The Green Windows project supports sustainable industrial energy planning by combining machine learning-based energy price forecasting with cost and carbon-aware scheduling.</a:t>
            </a:r>
          </a:p>
          <a:p>
            <a:pPr marL="0" indent="0">
              <a:buNone/>
            </a:pPr>
            <a:r>
              <a:rPr lang="en-US" sz="2000" dirty="0">
                <a:solidFill>
                  <a:schemeClr val="bg1"/>
                </a:solidFill>
              </a:rPr>
              <a:t>It is mainly related to:</a:t>
            </a:r>
          </a:p>
          <a:p>
            <a:r>
              <a:rPr lang="en-US" sz="2000" b="1" dirty="0">
                <a:solidFill>
                  <a:srgbClr val="FCC30B"/>
                </a:solidFill>
              </a:rPr>
              <a:t>SDG 7 </a:t>
            </a:r>
            <a:r>
              <a:rPr lang="en-US" sz="2000" dirty="0">
                <a:solidFill>
                  <a:schemeClr val="bg1"/>
                </a:solidFill>
              </a:rPr>
              <a:t>– Affordable and Clean Energy: identifying low-cost and high-renewable energy periods.</a:t>
            </a:r>
          </a:p>
          <a:p>
            <a:r>
              <a:rPr lang="en-US" sz="2000" b="1" dirty="0">
                <a:solidFill>
                  <a:srgbClr val="F36D25"/>
                </a:solidFill>
              </a:rPr>
              <a:t>SDG 9 </a:t>
            </a:r>
            <a:r>
              <a:rPr lang="en-US" sz="2000" dirty="0">
                <a:solidFill>
                  <a:schemeClr val="bg1"/>
                </a:solidFill>
              </a:rPr>
              <a:t>– Industry, Innovation and Infrastructure: using AI-driven forecasting and scheduling for industrial operations.</a:t>
            </a:r>
          </a:p>
          <a:p>
            <a:r>
              <a:rPr lang="en-US" sz="2000" b="1" dirty="0">
                <a:solidFill>
                  <a:srgbClr val="CF8D2A"/>
                </a:solidFill>
              </a:rPr>
              <a:t>SDG 12 </a:t>
            </a:r>
            <a:r>
              <a:rPr lang="en-US" sz="2000" dirty="0">
                <a:solidFill>
                  <a:schemeClr val="bg1"/>
                </a:solidFill>
              </a:rPr>
              <a:t>– Responsible Consumption and Production: improving the timing of energy-intensive production tasks.</a:t>
            </a:r>
          </a:p>
          <a:p>
            <a:r>
              <a:rPr lang="en-US" sz="2000" b="1" dirty="0">
                <a:solidFill>
                  <a:srgbClr val="3F7E44"/>
                </a:solidFill>
              </a:rPr>
              <a:t>SDG 13 </a:t>
            </a:r>
            <a:r>
              <a:rPr lang="en-US" sz="2000" dirty="0">
                <a:solidFill>
                  <a:schemeClr val="bg1"/>
                </a:solidFill>
              </a:rPr>
              <a:t>– Climate Action: supporting </a:t>
            </a:r>
            <a:r>
              <a:rPr lang="en-US" sz="2000" dirty="0"/>
              <a:t>carbon-aware decision-making in industrial scheduling.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703BC68D-2B86-F903-1E3D-7D0510EC72D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54106" y="1643187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SDG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Relation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A0911266-561D-F218-121A-7BE110544FEB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5C0F4950-A704-2BB1-5275-A1199F349DA4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C8E2302A-B3FE-DFFB-2B98-ABF3A3D18271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5DD63C00-D6E8-BFFE-6786-7035ADDA026A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D002445-DED0-BF6F-2AB5-FBBBF88B75D1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16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E38D44E-A43F-E916-3BAE-7FB4252E1C4F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2050" name="Picture 2" descr="SDG 7: Ensure Access to Affordable, Reliable, Sustainable ...">
            <a:extLst>
              <a:ext uri="{FF2B5EF4-FFF2-40B4-BE49-F238E27FC236}">
                <a16:creationId xmlns:a16="http://schemas.microsoft.com/office/drawing/2014/main" id="{8308E85B-BC81-4FA8-9342-C44BF38565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260" y="2333425"/>
            <a:ext cx="1552775" cy="15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SDG 9: Industry, Innovation and Infrastructure - KIT">
            <a:extLst>
              <a:ext uri="{FF2B5EF4-FFF2-40B4-BE49-F238E27FC236}">
                <a16:creationId xmlns:a16="http://schemas.microsoft.com/office/drawing/2014/main" id="{A7C5B86B-D62A-4432-8A1C-B196BCFA15F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035" y="2333425"/>
            <a:ext cx="1552775" cy="15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Sustainable Development Goal 12: Responsible Consumption and Production">
            <a:extLst>
              <a:ext uri="{FF2B5EF4-FFF2-40B4-BE49-F238E27FC236}">
                <a16:creationId xmlns:a16="http://schemas.microsoft.com/office/drawing/2014/main" id="{1B08DB8D-DAE6-482E-AEFE-7E7F7C61B7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8260" y="3886200"/>
            <a:ext cx="1552775" cy="15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6" name="Picture 8" descr="SDG 13: Take urgent action to combat climate change and its impacts -  Stakeholder Forum">
            <a:extLst>
              <a:ext uri="{FF2B5EF4-FFF2-40B4-BE49-F238E27FC236}">
                <a16:creationId xmlns:a16="http://schemas.microsoft.com/office/drawing/2014/main" id="{589BA489-4AD0-4217-A8AD-789D8979362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491035" y="3886200"/>
            <a:ext cx="1552775" cy="15527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" name="Oval 13">
            <a:extLst>
              <a:ext uri="{FF2B5EF4-FFF2-40B4-BE49-F238E27FC236}">
                <a16:creationId xmlns:a16="http://schemas.microsoft.com/office/drawing/2014/main" id="{3550A70C-06CF-448C-B24D-5285262ABB3D}"/>
              </a:ext>
            </a:extLst>
          </p:cNvPr>
          <p:cNvSpPr/>
          <p:nvPr/>
        </p:nvSpPr>
        <p:spPr>
          <a:xfrm>
            <a:off x="2271311" y="-1603807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985113646"/>
      </p:ext>
    </p:extLst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D02EE2B-4051-FD73-F177-2393B2FBCB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1E498762-8B68-42DF-B94B-802BB9234FCA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3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BFF2A528-A986-AE7B-48C6-B1D944E5660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412214"/>
            <a:ext cx="7360146" cy="4250860"/>
          </a:xfrm>
          <a:prstGeom prst="rect">
            <a:avLst/>
          </a:prstGeom>
        </p:spPr>
        <p:txBody>
          <a:bodyPr lIns="45719" tIns="45720" rIns="45719" bIns="45720" anchor="ctr">
            <a:no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The project uses the ENTSO-E energy dataset, including electricity market and generation-related data for day-ahead energy price forecasting.</a:t>
            </a:r>
          </a:p>
          <a:p>
            <a:pPr marL="0" indent="0">
              <a:buNone/>
            </a:pPr>
            <a:r>
              <a:rPr lang="en-US" sz="1800" dirty="0">
                <a:solidFill>
                  <a:schemeClr val="bg1"/>
                </a:solidFill>
              </a:rPr>
              <a:t>Preprocessing Steps</a:t>
            </a:r>
            <a:endParaRPr lang="tr-TR" sz="1800" dirty="0">
              <a:solidFill>
                <a:schemeClr val="bg1"/>
              </a:solidFill>
            </a:endParaRP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The dataset was processed chronologically to preserve the time-series structure.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Missing values were handled using forward-fill and backward-fill.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The date index was converted to UTC to manage daylight saving time differences.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Empty columns were removed before missing value handling.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Generation-related columns were consolidated into </a:t>
            </a:r>
            <a:r>
              <a:rPr lang="en-US" sz="1800" dirty="0" err="1">
                <a:solidFill>
                  <a:schemeClr val="bg1"/>
                </a:solidFill>
              </a:rPr>
              <a:t>Total_Renewable</a:t>
            </a:r>
            <a:r>
              <a:rPr lang="en-US" sz="1800" dirty="0">
                <a:solidFill>
                  <a:schemeClr val="bg1"/>
                </a:solidFill>
              </a:rPr>
              <a:t> and </a:t>
            </a:r>
            <a:r>
              <a:rPr lang="en-US" sz="1800" dirty="0" err="1">
                <a:solidFill>
                  <a:schemeClr val="bg1"/>
                </a:solidFill>
              </a:rPr>
              <a:t>Total_Fossil</a:t>
            </a:r>
            <a:r>
              <a:rPr lang="en-US" sz="1800" dirty="0">
                <a:solidFill>
                  <a:schemeClr val="bg1"/>
                </a:solidFill>
              </a:rPr>
              <a:t>.</a:t>
            </a:r>
          </a:p>
          <a:p>
            <a:pPr>
              <a:lnSpc>
                <a:spcPct val="100000"/>
              </a:lnSpc>
            </a:pPr>
            <a:r>
              <a:rPr lang="en-US" sz="1800" dirty="0">
                <a:solidFill>
                  <a:schemeClr val="bg1"/>
                </a:solidFill>
              </a:rPr>
              <a:t>Temporal features such as hour, </a:t>
            </a:r>
            <a:r>
              <a:rPr lang="en-US" sz="1800" dirty="0" err="1">
                <a:solidFill>
                  <a:schemeClr val="bg1"/>
                </a:solidFill>
              </a:rPr>
              <a:t>dayofweek</a:t>
            </a:r>
            <a:r>
              <a:rPr lang="en-US" sz="1800" dirty="0">
                <a:solidFill>
                  <a:schemeClr val="bg1"/>
                </a:solidFill>
              </a:rPr>
              <a:t>, and month were added.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1FEEF04-43E8-C2E1-AA49-27BDBBEDA84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Data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99E654A3-8FAB-54A5-9370-FCEA74EFC646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60B56A6F-0668-11B2-348C-1408265457B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11E2DB7E-598F-2F84-76FF-939142FCDABF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6" name="Picture 5">
            <a:extLst>
              <a:ext uri="{FF2B5EF4-FFF2-40B4-BE49-F238E27FC236}">
                <a16:creationId xmlns:a16="http://schemas.microsoft.com/office/drawing/2014/main" id="{17919316-4BA8-B4AC-341E-E49251BB2B0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16118" y="2251881"/>
            <a:ext cx="3838069" cy="16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32B3A5C-05A4-75FB-F371-76329ED8400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3" name="Resim 2">
            <a:extLst>
              <a:ext uri="{FF2B5EF4-FFF2-40B4-BE49-F238E27FC236}">
                <a16:creationId xmlns:a16="http://schemas.microsoft.com/office/drawing/2014/main" id="{EBA32E9B-63E6-48E0-88E8-EB906E31983E}"/>
              </a:ext>
            </a:extLst>
          </p:cNvPr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47" b="23781"/>
          <a:stretch/>
        </p:blipFill>
        <p:spPr>
          <a:xfrm>
            <a:off x="7612380" y="3707900"/>
            <a:ext cx="4600434" cy="1770246"/>
          </a:xfrm>
          <a:prstGeom prst="rect">
            <a:avLst/>
          </a:prstGeom>
        </p:spPr>
      </p:pic>
      <p:sp>
        <p:nvSpPr>
          <p:cNvPr id="12" name="Oval 11">
            <a:extLst>
              <a:ext uri="{FF2B5EF4-FFF2-40B4-BE49-F238E27FC236}">
                <a16:creationId xmlns:a16="http://schemas.microsoft.com/office/drawing/2014/main" id="{BDDBA494-24B6-4471-BF00-52463C04DDE4}"/>
              </a:ext>
            </a:extLst>
          </p:cNvPr>
          <p:cNvSpPr/>
          <p:nvPr/>
        </p:nvSpPr>
        <p:spPr>
          <a:xfrm>
            <a:off x="10863389" y="565105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434FD5BD-0FCF-C116-1612-EF7BF26F10EC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84494369"/>
      </p:ext>
    </p:extLst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1A5E3D3-A246-1FBF-1036-07B63BBBF8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C456BF0-FA92-43CC-A35F-B7A651DF901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3" name="Title 1">
            <a:extLst>
              <a:ext uri="{FF2B5EF4-FFF2-40B4-BE49-F238E27FC236}">
                <a16:creationId xmlns:a16="http://schemas.microsoft.com/office/drawing/2014/main" id="{4B23841E-5808-5E04-2CC0-9E5C4654A14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 fontScale="90000"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en-US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Model Selection and Training</a:t>
            </a: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/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Testing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3A7A9FBD-9C91-0E31-84AA-C64E18617A43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ED1211A4-BEC4-6DF1-5C11-FAEB7B9A7D60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517B9DCC-567A-6B1C-0771-F88670B3DA29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03D5BFC0-AF58-A44A-97F7-B33040056F7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7E0608D-2B53-EA16-F337-45EFE96C9375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7218514" cy="14091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69CB8EE-A636-6ECA-D5AE-93CCF86A34AA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pic>
        <p:nvPicPr>
          <p:cNvPr id="9" name="Resim 8">
            <a:extLst>
              <a:ext uri="{FF2B5EF4-FFF2-40B4-BE49-F238E27FC236}">
                <a16:creationId xmlns:a16="http://schemas.microsoft.com/office/drawing/2014/main" id="{BCB82F20-F97F-4251-A149-B8BD636942C5}"/>
              </a:ext>
            </a:extLst>
          </p:cNvPr>
          <p:cNvPicPr>
            <a:picLocks noChangeAspect="1"/>
          </p:cNvPicPr>
          <p:nvPr/>
        </p:nvPicPr>
        <p:blipFill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90852" y="2584448"/>
            <a:ext cx="3988043" cy="2991034"/>
          </a:xfrm>
          <a:prstGeom prst="rect">
            <a:avLst/>
          </a:prstGeom>
        </p:spPr>
      </p:pic>
      <p:pic>
        <p:nvPicPr>
          <p:cNvPr id="14" name="Resim 13">
            <a:extLst>
              <a:ext uri="{FF2B5EF4-FFF2-40B4-BE49-F238E27FC236}">
                <a16:creationId xmlns:a16="http://schemas.microsoft.com/office/drawing/2014/main" id="{C1CD567D-9C04-4C2F-9365-C5252D12813B}"/>
              </a:ext>
            </a:extLst>
          </p:cNvPr>
          <p:cNvPicPr>
            <a:picLocks noChangeAspect="1"/>
          </p:cNvPicPr>
          <p:nvPr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15" b="8786"/>
          <a:stretch/>
        </p:blipFill>
        <p:spPr>
          <a:xfrm>
            <a:off x="8033760" y="2649785"/>
            <a:ext cx="4157402" cy="2026210"/>
          </a:xfrm>
          <a:prstGeom prst="rect">
            <a:avLst/>
          </a:prstGeom>
        </p:spPr>
      </p:pic>
      <p:pic>
        <p:nvPicPr>
          <p:cNvPr id="16" name="Resim 15">
            <a:extLst>
              <a:ext uri="{FF2B5EF4-FFF2-40B4-BE49-F238E27FC236}">
                <a16:creationId xmlns:a16="http://schemas.microsoft.com/office/drawing/2014/main" id="{88734E0E-4BEF-4993-9B68-FFF8B48A9ECC}"/>
              </a:ext>
            </a:extLst>
          </p:cNvPr>
          <p:cNvPicPr>
            <a:picLocks noChangeAspect="1"/>
          </p:cNvPicPr>
          <p:nvPr/>
        </p:nvPicPr>
        <p:blipFill rotWithShape="1"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4649" b="31638"/>
          <a:stretch/>
        </p:blipFill>
        <p:spPr>
          <a:xfrm>
            <a:off x="8294811" y="4786553"/>
            <a:ext cx="3762264" cy="925588"/>
          </a:xfrm>
          <a:prstGeom prst="rect">
            <a:avLst/>
          </a:prstGeom>
        </p:spPr>
      </p:pic>
      <p:pic>
        <p:nvPicPr>
          <p:cNvPr id="11" name="Resim 10">
            <a:extLst>
              <a:ext uri="{FF2B5EF4-FFF2-40B4-BE49-F238E27FC236}">
                <a16:creationId xmlns:a16="http://schemas.microsoft.com/office/drawing/2014/main" id="{B604BAF0-E6A7-4966-A777-C01F94C6F7D9}"/>
              </a:ext>
            </a:extLst>
          </p:cNvPr>
          <p:cNvPicPr>
            <a:picLocks noChangeAspect="1"/>
          </p:cNvPicPr>
          <p:nvPr/>
        </p:nvPicPr>
        <p:blipFill rotWithShape="1"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7894" b="10113"/>
          <a:stretch/>
        </p:blipFill>
        <p:spPr>
          <a:xfrm>
            <a:off x="3715703" y="2649785"/>
            <a:ext cx="4339709" cy="2668706"/>
          </a:xfrm>
          <a:prstGeom prst="rect">
            <a:avLst/>
          </a:prstGeom>
        </p:spPr>
      </p:pic>
      <p:sp>
        <p:nvSpPr>
          <p:cNvPr id="24" name="Oval 23">
            <a:extLst>
              <a:ext uri="{FF2B5EF4-FFF2-40B4-BE49-F238E27FC236}">
                <a16:creationId xmlns:a16="http://schemas.microsoft.com/office/drawing/2014/main" id="{85B7C16B-8661-4FB4-9147-04365FC76242}"/>
              </a:ext>
            </a:extLst>
          </p:cNvPr>
          <p:cNvSpPr/>
          <p:nvPr/>
        </p:nvSpPr>
        <p:spPr>
          <a:xfrm>
            <a:off x="10244164" y="5712141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440857646"/>
      </p:ext>
    </p:extLst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8A50125-0EAB-7433-9BD1-9F8A06B6E9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62EFDC3C-CBB4-432A-B25E-D364386EC67B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42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8655A231-4A41-EABE-3D1F-8B4085B22F5C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557849" y="1313055"/>
            <a:ext cx="11884298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r>
              <a:rPr lang="en-US" sz="2000" dirty="0">
                <a:solidFill>
                  <a:schemeClr val="bg1"/>
                </a:solidFill>
              </a:rPr>
              <a:t>The refined Random Forest model was evaluated using RMSE and MAE.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Test results remained stable compared to validation, indicating no severe overfitting.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24-hour day-ahead forecasts were used by the Green Windows scheduler.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scheduling simulation included 3 heavy industrial tasks: Heavy Machining, HVAC, and Material Processing.</a:t>
            </a:r>
          </a:p>
          <a:p>
            <a:r>
              <a:rPr lang="en-US" sz="2000" dirty="0">
                <a:solidFill>
                  <a:schemeClr val="bg1"/>
                </a:solidFill>
              </a:rPr>
              <a:t>Total Optimized Daily Cost: €335.22</a:t>
            </a:r>
          </a:p>
          <a:p>
            <a:r>
              <a:rPr lang="en-US" sz="2000" dirty="0">
                <a:solidFill>
                  <a:schemeClr val="bg1"/>
                </a:solidFill>
              </a:rPr>
              <a:t>The system successfully avoided peak morning prices and translated ML predictions into practical scheduling value.</a:t>
            </a: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25214560-EDB1-BDFF-BB93-4B378283252A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517881" y="415184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Evaluation </a:t>
            </a:r>
            <a:r>
              <a:rPr lang="tr-TR" sz="3350" b="1" dirty="0" err="1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Results</a:t>
            </a:r>
            <a:endParaRPr lang="tr-TR" sz="3350" b="1" dirty="0">
              <a:solidFill>
                <a:schemeClr val="bg1"/>
              </a:solidFill>
              <a:latin typeface="Microsoft YaHei"/>
              <a:ea typeface="Merriweather Sans Regular ExtraBold"/>
              <a:cs typeface="Merriweather Sans Regular ExtraBold"/>
            </a:endParaRP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F607FB31-9E71-D065-EB98-84E98B7CEE89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34920EB0-ED1C-F718-FB33-2DB2FB707CBD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A6AF9B99-B034-D6BB-2CEC-380157A76D75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D5837826-A4BA-D674-8A4C-EE99873D0AF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DD50C84C-A3C4-1F6F-C50F-834AAEBBD543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FA5E5833-3FEA-4FB3-B191-4CCC7E95802C}"/>
              </a:ext>
            </a:extLst>
          </p:cNvPr>
          <p:cNvSpPr/>
          <p:nvPr/>
        </p:nvSpPr>
        <p:spPr>
          <a:xfrm>
            <a:off x="-2656486" y="5234599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1A39C87D-90C2-476A-8D7C-1623831648B4}"/>
              </a:ext>
            </a:extLst>
          </p:cNvPr>
          <p:cNvSpPr/>
          <p:nvPr/>
        </p:nvSpPr>
        <p:spPr>
          <a:xfrm>
            <a:off x="11475882" y="903572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pic>
        <p:nvPicPr>
          <p:cNvPr id="3" name="Resim 2">
            <a:extLst>
              <a:ext uri="{FF2B5EF4-FFF2-40B4-BE49-F238E27FC236}">
                <a16:creationId xmlns:a16="http://schemas.microsoft.com/office/drawing/2014/main" id="{87D7DC21-F31A-4C56-B91E-39ED0CBDE9BF}"/>
              </a:ext>
            </a:extLst>
          </p:cNvPr>
          <p:cNvPicPr>
            <a:picLocks noChangeAspect="1"/>
          </p:cNvPicPr>
          <p:nvPr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533" b="11513"/>
          <a:stretch/>
        </p:blipFill>
        <p:spPr>
          <a:xfrm>
            <a:off x="2881773" y="4005943"/>
            <a:ext cx="5979819" cy="2657130"/>
          </a:xfrm>
          <a:prstGeom prst="rect">
            <a:avLst/>
          </a:prstGeom>
        </p:spPr>
      </p:pic>
      <p:pic>
        <p:nvPicPr>
          <p:cNvPr id="14" name="Picture 5">
            <a:extLst>
              <a:ext uri="{FF2B5EF4-FFF2-40B4-BE49-F238E27FC236}">
                <a16:creationId xmlns:a16="http://schemas.microsoft.com/office/drawing/2014/main" id="{BBE87441-C862-4738-AF48-CF0719239970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7849" y="1090485"/>
            <a:ext cx="3838069" cy="160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98579858"/>
      </p:ext>
    </p:extLst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F7EE49-26FB-FE42-C405-FDE9952E82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0" name="Content Placeholder 2">
            <a:extLst>
              <a:ext uri="{FF2B5EF4-FFF2-40B4-BE49-F238E27FC236}">
                <a16:creationId xmlns:a16="http://schemas.microsoft.com/office/drawing/2014/main" id="{32104420-8BC6-B640-6C00-9CF38C731982}"/>
              </a:ext>
            </a:extLst>
          </p:cNvPr>
          <p:cNvSpPr txBox="1">
            <a:spLocks noGrp="1"/>
          </p:cNvSpPr>
          <p:nvPr>
            <p:ph type="body" sz="quarter" idx="1"/>
          </p:nvPr>
        </p:nvSpPr>
        <p:spPr>
          <a:xfrm>
            <a:off x="640854" y="2951018"/>
            <a:ext cx="8007631" cy="3173252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>
              <a:lnSpc>
                <a:spcPct val="100000"/>
              </a:lnSpc>
              <a:defRPr sz="1400">
                <a:solidFill>
                  <a:srgbClr val="000000"/>
                </a:solidFill>
                <a:latin typeface="Merriweather Sans Light"/>
                <a:ea typeface="Merriweather Sans Light"/>
                <a:cs typeface="Merriweather Sans Light"/>
                <a:sym typeface="Merriweather Sans Light"/>
              </a:defRPr>
            </a:pPr>
            <a:r>
              <a:rPr lang="tr-TR" sz="1600" dirty="0" err="1">
                <a:latin typeface="Microsoft YaHei Light"/>
              </a:rPr>
              <a:t>Result</a:t>
            </a:r>
            <a:r>
              <a:rPr lang="tr-TR" sz="1600" dirty="0">
                <a:latin typeface="Microsoft YaHei Light"/>
              </a:rPr>
              <a:t> of Deployment. </a:t>
            </a:r>
            <a:r>
              <a:rPr lang="tr-TR" sz="1600" dirty="0" err="1">
                <a:solidFill>
                  <a:srgbClr val="FF0000"/>
                </a:solidFill>
                <a:latin typeface="Microsoft YaHei Light"/>
              </a:rPr>
              <a:t>Short</a:t>
            </a:r>
            <a:r>
              <a:rPr lang="tr-TR" sz="1600" dirty="0">
                <a:solidFill>
                  <a:srgbClr val="FF0000"/>
                </a:solidFill>
                <a:latin typeface="Microsoft YaHei Light"/>
              </a:rPr>
              <a:t> video </a:t>
            </a:r>
            <a:r>
              <a:rPr lang="tr-TR" sz="1600" dirty="0" err="1">
                <a:solidFill>
                  <a:srgbClr val="FF0000"/>
                </a:solidFill>
                <a:latin typeface="Microsoft YaHei Light"/>
              </a:rPr>
              <a:t>would</a:t>
            </a:r>
            <a:r>
              <a:rPr lang="tr-TR" sz="1600" dirty="0">
                <a:solidFill>
                  <a:srgbClr val="FF0000"/>
                </a:solidFill>
                <a:latin typeface="Microsoft YaHei Light"/>
              </a:rPr>
              <a:t> be </a:t>
            </a:r>
            <a:r>
              <a:rPr lang="tr-TR" sz="1600" dirty="0" err="1">
                <a:solidFill>
                  <a:srgbClr val="FF0000"/>
                </a:solidFill>
                <a:latin typeface="Microsoft YaHei Light"/>
              </a:rPr>
              <a:t>better</a:t>
            </a:r>
            <a:endParaRPr lang="en-US" sz="1600" dirty="0">
              <a:solidFill>
                <a:srgbClr val="FF0000"/>
              </a:solidFill>
              <a:latin typeface="Microsoft YaHei Light"/>
            </a:endParaRPr>
          </a:p>
        </p:txBody>
      </p:sp>
      <p:sp>
        <p:nvSpPr>
          <p:cNvPr id="493" name="Title 1">
            <a:extLst>
              <a:ext uri="{FF2B5EF4-FFF2-40B4-BE49-F238E27FC236}">
                <a16:creationId xmlns:a16="http://schemas.microsoft.com/office/drawing/2014/main" id="{D17768CE-A33E-DF56-D03E-69A57906F262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40854" y="1629976"/>
            <a:ext cx="7756075" cy="869546"/>
          </a:xfrm>
          <a:prstGeom prst="rect">
            <a:avLst/>
          </a:prstGeom>
        </p:spPr>
        <p:txBody>
          <a:bodyPr lIns="45719" tIns="45720" rIns="45719" bIns="45720" anchor="ctr">
            <a:normAutofit/>
          </a:bodyPr>
          <a:lstStyle/>
          <a:p>
            <a:pPr defTabSz="795527">
              <a:defRPr sz="3393">
                <a:solidFill>
                  <a:srgbClr val="383838"/>
                </a:solidFill>
                <a:latin typeface="Merriweather Sans Regular"/>
                <a:ea typeface="Merriweather Sans Regular"/>
                <a:cs typeface="Merriweather Sans Regular"/>
                <a:sym typeface="Merriweather Sans Regular"/>
              </a:defRPr>
            </a:pPr>
            <a:r>
              <a:rPr lang="tr-TR" sz="3350" b="1" dirty="0">
                <a:solidFill>
                  <a:schemeClr val="bg1"/>
                </a:solidFill>
                <a:latin typeface="Microsoft YaHei"/>
                <a:ea typeface="Merriweather Sans Regular ExtraBold"/>
                <a:cs typeface="Merriweather Sans Regular ExtraBold"/>
              </a:rPr>
              <a:t>Deployment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20" name="Ink 19">
                <a:extLst>
                  <a:ext uri="{FF2B5EF4-FFF2-40B4-BE49-F238E27FC236}">
                    <a16:creationId xmlns:a16="http://schemas.microsoft.com/office/drawing/2014/main" id="{4BEA1273-D078-5363-F4F9-DB5E45A754B5}"/>
                  </a:ext>
                </a:extLst>
              </p14:cNvPr>
              <p14:cNvContentPartPr/>
              <p14:nvPr/>
            </p14:nvContentPartPr>
            <p14:xfrm>
              <a:off x="9907437" y="716254"/>
              <a:ext cx="13252" cy="13252"/>
            </p14:xfrm>
          </p:contentPart>
        </mc:Choice>
        <mc:Fallback xmlns="">
          <p:pic>
            <p:nvPicPr>
              <p:cNvPr id="20" name="Ink 19">
                <a:extLst>
                  <a:ext uri="{FF2B5EF4-FFF2-40B4-BE49-F238E27FC236}">
                    <a16:creationId xmlns:a16="http://schemas.microsoft.com/office/drawing/2014/main" id="{9E92D185-7A25-DC2F-D3F0-9DB8F9D96BE0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9244837" y="53654"/>
                <a:ext cx="1325200" cy="1325200"/>
              </a:xfrm>
              <a:prstGeom prst="rect">
                <a:avLst/>
              </a:prstGeom>
            </p:spPr>
          </p:pic>
        </mc:Fallback>
      </mc:AlternateContent>
      <p:sp>
        <p:nvSpPr>
          <p:cNvPr id="22" name="Rectangle">
            <a:extLst>
              <a:ext uri="{FF2B5EF4-FFF2-40B4-BE49-F238E27FC236}">
                <a16:creationId xmlns:a16="http://schemas.microsoft.com/office/drawing/2014/main" id="{776B834A-1672-E504-FA55-273D4A0EA76E}"/>
              </a:ext>
            </a:extLst>
          </p:cNvPr>
          <p:cNvSpPr/>
          <p:nvPr/>
        </p:nvSpPr>
        <p:spPr>
          <a:xfrm>
            <a:off x="-2720" y="6663074"/>
            <a:ext cx="12215534" cy="243885"/>
          </a:xfrm>
          <a:prstGeom prst="rect">
            <a:avLst/>
          </a:prstGeom>
          <a:solidFill>
            <a:srgbClr val="4617DE"/>
          </a:solidFill>
          <a:ln w="12700">
            <a:miter lim="400000"/>
          </a:ln>
        </p:spPr>
        <p:txBody>
          <a:bodyPr lIns="45719" rIns="45719" anchor="ctr"/>
          <a:lstStyle/>
          <a:p>
            <a:endParaRPr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23" name="Ink 22">
                <a:extLst>
                  <a:ext uri="{FF2B5EF4-FFF2-40B4-BE49-F238E27FC236}">
                    <a16:creationId xmlns:a16="http://schemas.microsoft.com/office/drawing/2014/main" id="{ED3DE01A-3AEA-898F-A7BA-6182A2051DCE}"/>
                  </a:ext>
                </a:extLst>
              </p14:cNvPr>
              <p14:cNvContentPartPr/>
              <p14:nvPr/>
            </p14:nvContentPartPr>
            <p14:xfrm>
              <a:off x="1100137" y="565105"/>
              <a:ext cx="13252" cy="13252"/>
            </p14:xfrm>
          </p:contentPart>
        </mc:Choice>
        <mc:Fallback xmlns="">
          <p:pic>
            <p:nvPicPr>
              <p:cNvPr id="23" name="Ink 22">
                <a:extLst>
                  <a:ext uri="{FF2B5EF4-FFF2-40B4-BE49-F238E27FC236}">
                    <a16:creationId xmlns:a16="http://schemas.microsoft.com/office/drawing/2014/main" id="{028AE68B-B221-AB76-7808-1E6D118D9DAC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879270" y="517776"/>
                <a:ext cx="450568" cy="106963"/>
              </a:xfrm>
              <a:prstGeom prst="rect">
                <a:avLst/>
              </a:prstGeom>
            </p:spPr>
          </p:pic>
        </mc:Fallback>
      </mc:AlternateContent>
      <p:pic>
        <p:nvPicPr>
          <p:cNvPr id="4" name="Picture 3">
            <a:extLst>
              <a:ext uri="{FF2B5EF4-FFF2-40B4-BE49-F238E27FC236}">
                <a16:creationId xmlns:a16="http://schemas.microsoft.com/office/drawing/2014/main" id="{714FF932-CF8F-A315-DC7A-2878D763E22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534778" y="0"/>
            <a:ext cx="2657222" cy="117853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E5F3A94E-6C00-6DEB-F06A-45C060C09824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16118" y="2251881"/>
            <a:ext cx="3838069" cy="160333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8BBE3CA2-AD21-DC80-E685-896F474CB92B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-2720" y="6663074"/>
            <a:ext cx="12194720" cy="243885"/>
          </a:xfrm>
          <a:prstGeom prst="rect">
            <a:avLst/>
          </a:prstGeom>
        </p:spPr>
      </p:pic>
      <p:sp>
        <p:nvSpPr>
          <p:cNvPr id="10" name="Oval 9">
            <a:extLst>
              <a:ext uri="{FF2B5EF4-FFF2-40B4-BE49-F238E27FC236}">
                <a16:creationId xmlns:a16="http://schemas.microsoft.com/office/drawing/2014/main" id="{53DBB206-D60D-4555-88CD-53CCC6608721}"/>
              </a:ext>
            </a:extLst>
          </p:cNvPr>
          <p:cNvSpPr/>
          <p:nvPr/>
        </p:nvSpPr>
        <p:spPr>
          <a:xfrm>
            <a:off x="-1812911" y="-1056564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CD613373-6311-4D30-A7F8-2B61E5CC90BF}"/>
              </a:ext>
            </a:extLst>
          </p:cNvPr>
          <p:cNvSpPr/>
          <p:nvPr/>
        </p:nvSpPr>
        <p:spPr>
          <a:xfrm>
            <a:off x="5335018" y="-1987707"/>
            <a:ext cx="3625822" cy="2856949"/>
          </a:xfrm>
          <a:prstGeom prst="ellipse">
            <a:avLst/>
          </a:prstGeom>
          <a:solidFill>
            <a:schemeClr val="accent5">
              <a:lumMod val="75000"/>
              <a:alpha val="48000"/>
            </a:schemeClr>
          </a:solidFill>
          <a:ln w="12700" cap="flat">
            <a:solidFill>
              <a:schemeClr val="accent5">
                <a:lumMod val="75000"/>
              </a:schemeClr>
            </a:solidFill>
            <a:prstDash val="solid"/>
            <a:miter lim="800000"/>
          </a:ln>
          <a:effectLst/>
          <a:sp3d/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none"/>
        </p:style>
        <p:txBody>
          <a:bodyPr rot="0" spcFirstLastPara="1" vertOverflow="overflow" horzOverflow="overflow" vert="horz" wrap="square" lIns="45719" tIns="45719" rIns="45719" bIns="45719" numCol="1" spcCol="38100" rtlCol="0" anchor="ctr">
            <a:spAutoFit/>
          </a:bodyPr>
          <a:lstStyle/>
          <a:p>
            <a:pPr marL="0" marR="0" indent="0" algn="l" defTabSz="914400" rtl="0" fontAlgn="auto" latinLnBrk="0" hangingPunct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</a:pPr>
            <a:endParaRPr kumimoji="0" lang="tr-TR" sz="1800" b="0" i="0" u="none" strike="noStrike" cap="none" spc="0" normalizeH="0" baseline="0">
              <a:ln>
                <a:noFill/>
              </a:ln>
              <a:solidFill>
                <a:srgbClr val="FEFFFE"/>
              </a:solidFill>
              <a:effectLst/>
              <a:uFillTx/>
              <a:latin typeface="+mj-lt"/>
              <a:ea typeface="+mj-ea"/>
              <a:cs typeface="+mj-cs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1454120664"/>
      </p:ext>
    </p:extLst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39CAF23-DD65-269F-1D8E-1CA6266C6A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 descr="UNDP ve Samsung'un kadınlara yönelik yapay zeka sınıfı ilk mezunlarını  verdi | United Nations Development Programme">
            <a:extLst>
              <a:ext uri="{FF2B5EF4-FFF2-40B4-BE49-F238E27FC236}">
                <a16:creationId xmlns:a16="http://schemas.microsoft.com/office/drawing/2014/main" id="{424D67F3-3598-4FAC-91DD-AA981438EFD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246200F-AEC9-7D97-EAEC-3184EDC342F6}"/>
              </a:ext>
            </a:extLst>
          </p:cNvPr>
          <p:cNvSpPr>
            <a:spLocks noGrp="1"/>
          </p:cNvSpPr>
          <p:nvPr>
            <p:ph type="body" sz="quarter" idx="1"/>
          </p:nvPr>
        </p:nvSpPr>
        <p:spPr/>
        <p:txBody>
          <a:bodyPr/>
          <a:lstStyle/>
          <a:p>
            <a:r>
              <a:rPr lang="en-US" b="1" dirty="0">
                <a:latin typeface="Microsoft YaHei"/>
              </a:rPr>
              <a:t>Thank you!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2296119"/>
      </p:ext>
    </p:extLst>
  </p:cSld>
  <p:clrMapOvr>
    <a:masterClrMapping/>
  </p:clrMapOvr>
  <p:transition spd="med"/>
</p:sld>
</file>

<file path=ppt/theme/theme1.xml><?xml version="1.0" encoding="utf-8"?>
<a:theme xmlns:a="http://schemas.openxmlformats.org/drawingml/2006/main" name="frontiertech">
  <a:themeElements>
    <a:clrScheme name="frontiertech">
      <a:dk1>
        <a:srgbClr val="2B2551"/>
      </a:dk1>
      <a:lt1>
        <a:srgbClr val="FEFFFE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frontiertech">
  <a:themeElements>
    <a:clrScheme name="frontiertech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FEC736"/>
      </a:accent1>
      <a:accent2>
        <a:srgbClr val="4CA2A9"/>
      </a:accent2>
      <a:accent3>
        <a:srgbClr val="5E73AC"/>
      </a:accent3>
      <a:accent4>
        <a:srgbClr val="B68A29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frontiertech">
      <a:majorFont>
        <a:latin typeface="Calibri"/>
        <a:ea typeface="Calibri"/>
        <a:cs typeface="Calibri"/>
      </a:majorFont>
      <a:minorFont>
        <a:latin typeface="Helvetica"/>
        <a:ea typeface="Helvetica"/>
        <a:cs typeface="Helvetica"/>
      </a:minorFont>
    </a:fontScheme>
    <a:fmtScheme name="frontiertech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914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FEFFFE"/>
            </a:solidFill>
            <a:effectLst/>
            <a:uFillTx/>
            <a:latin typeface="+mj-lt"/>
            <a:ea typeface="+mj-ea"/>
            <a:cs typeface="+mj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E9A02BA3BD6C54284F20B51199E6706" ma:contentTypeVersion="15" ma:contentTypeDescription="Create a new document." ma:contentTypeScope="" ma:versionID="1314add8d98afe7b1ad8b68d04a9bd93">
  <xsd:schema xmlns:xsd="http://www.w3.org/2001/XMLSchema" xmlns:xs="http://www.w3.org/2001/XMLSchema" xmlns:p="http://schemas.microsoft.com/office/2006/metadata/properties" xmlns:ns2="6259e846-8b77-4076-b7b3-191dee427045" xmlns:ns3="97847797-b717-4ffb-b5fd-2a237f853cda" targetNamespace="http://schemas.microsoft.com/office/2006/metadata/properties" ma:root="true" ma:fieldsID="5fce5cc6bbfd5576a0b874f3de58ed7d" ns2:_="" ns3:_="">
    <xsd:import namespace="6259e846-8b77-4076-b7b3-191dee427045"/>
    <xsd:import namespace="97847797-b717-4ffb-b5fd-2a237f853cd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ServiceDateTaken" minOccurs="0"/>
                <xsd:element ref="ns2:MediaLengthInSeconds" minOccurs="0"/>
                <xsd:element ref="ns2:MediaServiceSearchProperties" minOccurs="0"/>
                <xsd:element ref="ns2:_Flow_SignoffStatu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259e846-8b77-4076-b7b3-191dee42704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f8ebb0a5-c57d-4c3a-bec7-8a38252dd05c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5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6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9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_Flow_SignoffStatus" ma:index="22" nillable="true" ma:displayName="Sign-off status" ma:internalName="Sign_x002d_off_x0020_status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7847797-b717-4ffb-b5fd-2a237f853cda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c1c6c02b-ebe2-4c4d-aa1a-1071032b151f}" ma:internalName="TaxCatchAll" ma:showField="CatchAllData" ma:web="97847797-b717-4ffb-b5fd-2a237f853cd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7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8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97847797-b717-4ffb-b5fd-2a237f853cda" xsi:nil="true"/>
    <lcf76f155ced4ddcb4097134ff3c332f xmlns="6259e846-8b77-4076-b7b3-191dee427045">
      <Terms xmlns="http://schemas.microsoft.com/office/infopath/2007/PartnerControls"/>
    </lcf76f155ced4ddcb4097134ff3c332f>
    <SharedWithUsers xmlns="97847797-b717-4ffb-b5fd-2a237f853cda">
      <UserInfo>
        <DisplayName>Yawen Liu</DisplayName>
        <AccountId>199</AccountId>
        <AccountType/>
      </UserInfo>
    </SharedWithUsers>
    <_Flow_SignoffStatus xmlns="6259e846-8b77-4076-b7b3-191dee42704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C514ABFA-9A30-4B41-8A66-6FBD4BAF2C1A}">
  <ds:schemaRefs>
    <ds:schemaRef ds:uri="6259e846-8b77-4076-b7b3-191dee427045"/>
    <ds:schemaRef ds:uri="97847797-b717-4ffb-b5fd-2a237f853cd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A22449C5-8A7C-4DDF-8BBD-9834F5F8D2B3}">
  <ds:schemaRefs>
    <ds:schemaRef ds:uri="6259e846-8b77-4076-b7b3-191dee427045"/>
    <ds:schemaRef ds:uri="97847797-b717-4ffb-b5fd-2a237f853cda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3.xml><?xml version="1.0" encoding="utf-8"?>
<ds:datastoreItem xmlns:ds="http://schemas.openxmlformats.org/officeDocument/2006/customXml" ds:itemID="{E2FFB1A3-86F8-4D83-B399-9B6D5E293CE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135</TotalTime>
  <Words>444</Words>
  <Application>Microsoft Office PowerPoint</Application>
  <PresentationFormat>Widescreen</PresentationFormat>
  <Paragraphs>40</Paragraphs>
  <Slides>9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7" baseType="lpstr">
      <vt:lpstr>Microsoft YaHei</vt:lpstr>
      <vt:lpstr>Microsoft YaHei Light</vt:lpstr>
      <vt:lpstr>Arial</vt:lpstr>
      <vt:lpstr>Calibri</vt:lpstr>
      <vt:lpstr>Calibri Light</vt:lpstr>
      <vt:lpstr>Helvetica Neue Thin</vt:lpstr>
      <vt:lpstr>Perpetua</vt:lpstr>
      <vt:lpstr>frontiertech</vt:lpstr>
      <vt:lpstr>PowerPoint Presentation</vt:lpstr>
      <vt:lpstr>Background</vt:lpstr>
      <vt:lpstr>Objectives</vt:lpstr>
      <vt:lpstr>SDG Relation</vt:lpstr>
      <vt:lpstr>Data</vt:lpstr>
      <vt:lpstr>Model Selection and Training/Testing</vt:lpstr>
      <vt:lpstr>Evaluation Results</vt:lpstr>
      <vt:lpstr>Deployment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Feyza Aydınalp</cp:lastModifiedBy>
  <cp:revision>22</cp:revision>
  <dcterms:modified xsi:type="dcterms:W3CDTF">2026-05-31T23:04:06Z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0x0101007E9A02BA3BD6C54284F20B51199E6706</vt:lpwstr>
  </property>
  <property fmtid="{D5CDD505-2E9C-101B-9397-08002B2CF9AE}" pid="3" name="MediaServiceImageTags">
    <vt:lpwstr/>
  </property>
</Properties>
</file>